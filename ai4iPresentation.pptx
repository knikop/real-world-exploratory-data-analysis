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6" r:id="rId5"/>
    <p:sldId id="276" r:id="rId6"/>
    <p:sldId id="277" r:id="rId7"/>
    <p:sldId id="278" r:id="rId8"/>
    <p:sldId id="288" r:id="rId9"/>
    <p:sldId id="283" r:id="rId10"/>
    <p:sldId id="298" r:id="rId11"/>
    <p:sldId id="297" r:id="rId12"/>
    <p:sldId id="296" r:id="rId13"/>
    <p:sldId id="282" r:id="rId14"/>
    <p:sldId id="295" r:id="rId15"/>
    <p:sldId id="290" r:id="rId16"/>
    <p:sldId id="291" r:id="rId17"/>
    <p:sldId id="293" r:id="rId18"/>
    <p:sldId id="292" r:id="rId19"/>
    <p:sldId id="281" r:id="rId20"/>
    <p:sldId id="289" r:id="rId21"/>
    <p:sldId id="294" r:id="rId22"/>
    <p:sldId id="28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BEC53B-4643-4C45-BF8D-21F889B39093}" v="123" dt="2026-06-09T02:39:48.9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4968" autoAdjust="0"/>
  </p:normalViewPr>
  <p:slideViewPr>
    <p:cSldViewPr snapToGrid="0" showGuides="1">
      <p:cViewPr varScale="1">
        <p:scale>
          <a:sx n="101" d="100"/>
          <a:sy n="101" d="100"/>
        </p:scale>
        <p:origin x="126" y="672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th kn" userId="9a487fc92cd96908" providerId="LiveId" clId="{DCE76C33-A390-4ACD-A8CB-750A38297E95}"/>
    <pc:docChg chg="undo redo custSel addSld delSld modSld sldOrd">
      <pc:chgData name="darth kn" userId="9a487fc92cd96908" providerId="LiveId" clId="{DCE76C33-A390-4ACD-A8CB-750A38297E95}" dt="2026-06-09T02:40:30.906" v="2871" actId="207"/>
      <pc:docMkLst>
        <pc:docMk/>
      </pc:docMkLst>
      <pc:sldChg chg="addSp modSp mod">
        <pc:chgData name="darth kn" userId="9a487fc92cd96908" providerId="LiveId" clId="{DCE76C33-A390-4ACD-A8CB-750A38297E95}" dt="2026-06-09T02:38:04.744" v="2860" actId="1076"/>
        <pc:sldMkLst>
          <pc:docMk/>
          <pc:sldMk cId="2387849042" sldId="256"/>
        </pc:sldMkLst>
        <pc:spChg chg="mod">
          <ac:chgData name="darth kn" userId="9a487fc92cd96908" providerId="LiveId" clId="{DCE76C33-A390-4ACD-A8CB-750A38297E95}" dt="2026-06-09T02:38:04.744" v="2860" actId="1076"/>
          <ac:spMkLst>
            <pc:docMk/>
            <pc:sldMk cId="2387849042" sldId="256"/>
            <ac:spMk id="3" creationId="{AE29A797-7E75-7EC6-F0EA-90274FE9DD19}"/>
          </ac:spMkLst>
        </pc:spChg>
        <pc:spChg chg="add mod">
          <ac:chgData name="darth kn" userId="9a487fc92cd96908" providerId="LiveId" clId="{DCE76C33-A390-4ACD-A8CB-750A38297E95}" dt="2026-06-09T02:37:47.895" v="2859" actId="14100"/>
          <ac:spMkLst>
            <pc:docMk/>
            <pc:sldMk cId="2387849042" sldId="256"/>
            <ac:spMk id="6" creationId="{59EC0C74-7DF7-86C0-DFB8-415F54437DFE}"/>
          </ac:spMkLst>
        </pc:spChg>
      </pc:sldChg>
      <pc:sldChg chg="addSp delSp modSp mod">
        <pc:chgData name="darth kn" userId="9a487fc92cd96908" providerId="LiveId" clId="{DCE76C33-A390-4ACD-A8CB-750A38297E95}" dt="2026-06-08T04:17:47.210" v="1599" actId="1076"/>
        <pc:sldMkLst>
          <pc:docMk/>
          <pc:sldMk cId="3299715198" sldId="276"/>
        </pc:sldMkLst>
        <pc:spChg chg="add mod">
          <ac:chgData name="darth kn" userId="9a487fc92cd96908" providerId="LiveId" clId="{DCE76C33-A390-4ACD-A8CB-750A38297E95}" dt="2026-06-08T04:17:47.210" v="1599" actId="1076"/>
          <ac:spMkLst>
            <pc:docMk/>
            <pc:sldMk cId="3299715198" sldId="276"/>
            <ac:spMk id="2" creationId="{E6B040AC-9A50-BE8F-DA49-175FF5BD7FA5}"/>
          </ac:spMkLst>
        </pc:spChg>
        <pc:spChg chg="add mod">
          <ac:chgData name="darth kn" userId="9a487fc92cd96908" providerId="LiveId" clId="{DCE76C33-A390-4ACD-A8CB-750A38297E95}" dt="2026-06-08T04:17:46.071" v="1598" actId="1076"/>
          <ac:spMkLst>
            <pc:docMk/>
            <pc:sldMk cId="3299715198" sldId="276"/>
            <ac:spMk id="3" creationId="{69C6A275-26FE-5B3F-7437-7A30A5C05837}"/>
          </ac:spMkLst>
        </pc:spChg>
        <pc:spChg chg="mod">
          <ac:chgData name="darth kn" userId="9a487fc92cd96908" providerId="LiveId" clId="{DCE76C33-A390-4ACD-A8CB-750A38297E95}" dt="2026-06-06T18:36:23.473" v="83" actId="20577"/>
          <ac:spMkLst>
            <pc:docMk/>
            <pc:sldMk cId="3299715198" sldId="276"/>
            <ac:spMk id="11" creationId="{4E3F5479-058B-4FA8-92E9-18CAB8CDC5C5}"/>
          </ac:spMkLst>
        </pc:spChg>
        <pc:spChg chg="mod">
          <ac:chgData name="darth kn" userId="9a487fc92cd96908" providerId="LiveId" clId="{DCE76C33-A390-4ACD-A8CB-750A38297E95}" dt="2026-06-06T18:35:12.876" v="28" actId="20577"/>
          <ac:spMkLst>
            <pc:docMk/>
            <pc:sldMk cId="3299715198" sldId="276"/>
            <ac:spMk id="16" creationId="{D6178536-4D8A-4FF2-BBDC-4B3E7E0FCF26}"/>
          </ac:spMkLst>
        </pc:spChg>
        <pc:spChg chg="mod">
          <ac:chgData name="darth kn" userId="9a487fc92cd96908" providerId="LiveId" clId="{DCE76C33-A390-4ACD-A8CB-750A38297E95}" dt="2026-06-06T18:36:03.753" v="67" actId="20577"/>
          <ac:spMkLst>
            <pc:docMk/>
            <pc:sldMk cId="3299715198" sldId="276"/>
            <ac:spMk id="19" creationId="{EB7F2E37-0ACF-4E8A-9C1D-EC5B65BA2906}"/>
          </ac:spMkLst>
        </pc:spChg>
        <pc:spChg chg="mod">
          <ac:chgData name="darth kn" userId="9a487fc92cd96908" providerId="LiveId" clId="{DCE76C33-A390-4ACD-A8CB-750A38297E95}" dt="2026-06-06T18:35:02.425" v="14" actId="20577"/>
          <ac:spMkLst>
            <pc:docMk/>
            <pc:sldMk cId="3299715198" sldId="276"/>
            <ac:spMk id="25" creationId="{94A75A79-A67A-4A23-8588-7FC5EB9A5183}"/>
          </ac:spMkLst>
        </pc:spChg>
        <pc:spChg chg="mod">
          <ac:chgData name="darth kn" userId="9a487fc92cd96908" providerId="LiveId" clId="{DCE76C33-A390-4ACD-A8CB-750A38297E95}" dt="2026-06-06T18:35:44.024" v="52" actId="313"/>
          <ac:spMkLst>
            <pc:docMk/>
            <pc:sldMk cId="3299715198" sldId="276"/>
            <ac:spMk id="27" creationId="{71BB375D-5EE6-4428-9817-2C7DB6B94332}"/>
          </ac:spMkLst>
        </pc:spChg>
        <pc:spChg chg="mod">
          <ac:chgData name="darth kn" userId="9a487fc92cd96908" providerId="LiveId" clId="{DCE76C33-A390-4ACD-A8CB-750A38297E95}" dt="2026-06-06T18:36:10.655" v="77" actId="20577"/>
          <ac:spMkLst>
            <pc:docMk/>
            <pc:sldMk cId="3299715198" sldId="276"/>
            <ac:spMk id="29" creationId="{D4D7D4B6-62C2-45AB-89A5-3A41DA021FD2}"/>
          </ac:spMkLst>
        </pc:spChg>
      </pc:sldChg>
      <pc:sldChg chg="addSp delSp modSp mod">
        <pc:chgData name="darth kn" userId="9a487fc92cd96908" providerId="LiveId" clId="{DCE76C33-A390-4ACD-A8CB-750A38297E95}" dt="2026-06-08T19:58:52.902" v="1693" actId="1076"/>
        <pc:sldMkLst>
          <pc:docMk/>
          <pc:sldMk cId="822569134" sldId="277"/>
        </pc:sldMkLst>
        <pc:spChg chg="mod">
          <ac:chgData name="darth kn" userId="9a487fc92cd96908" providerId="LiveId" clId="{DCE76C33-A390-4ACD-A8CB-750A38297E95}" dt="2026-06-07T19:51:09.154" v="144" actId="20577"/>
          <ac:spMkLst>
            <pc:docMk/>
            <pc:sldMk cId="822569134" sldId="277"/>
            <ac:spMk id="4" creationId="{3F19BFA5-D0CA-4CF0-8499-504D956B6563}"/>
          </ac:spMkLst>
        </pc:spChg>
        <pc:spChg chg="mod">
          <ac:chgData name="darth kn" userId="9a487fc92cd96908" providerId="LiveId" clId="{DCE76C33-A390-4ACD-A8CB-750A38297E95}" dt="2026-06-07T19:49:39.140" v="118" actId="20577"/>
          <ac:spMkLst>
            <pc:docMk/>
            <pc:sldMk cId="822569134" sldId="277"/>
            <ac:spMk id="11" creationId="{4E3F5479-058B-4FA8-92E9-18CAB8CDC5C5}"/>
          </ac:spMkLst>
        </pc:spChg>
        <pc:spChg chg="mod">
          <ac:chgData name="darth kn" userId="9a487fc92cd96908" providerId="LiveId" clId="{DCE76C33-A390-4ACD-A8CB-750A38297E95}" dt="2026-06-08T19:58:15.320" v="1689" actId="1076"/>
          <ac:spMkLst>
            <pc:docMk/>
            <pc:sldMk cId="822569134" sldId="277"/>
            <ac:spMk id="44" creationId="{7E139379-1914-4446-8D6D-984A47041A54}"/>
          </ac:spMkLst>
        </pc:spChg>
        <pc:spChg chg="mod">
          <ac:chgData name="darth kn" userId="9a487fc92cd96908" providerId="LiveId" clId="{DCE76C33-A390-4ACD-A8CB-750A38297E95}" dt="2026-06-08T19:57:08.778" v="1677" actId="1076"/>
          <ac:spMkLst>
            <pc:docMk/>
            <pc:sldMk cId="822569134" sldId="277"/>
            <ac:spMk id="46" creationId="{89DA262E-0502-4E65-8ABA-E063880EAC4C}"/>
          </ac:spMkLst>
        </pc:spChg>
        <pc:spChg chg="mod">
          <ac:chgData name="darth kn" userId="9a487fc92cd96908" providerId="LiveId" clId="{DCE76C33-A390-4ACD-A8CB-750A38297E95}" dt="2026-06-07T19:51:00.564" v="139" actId="20577"/>
          <ac:spMkLst>
            <pc:docMk/>
            <pc:sldMk cId="822569134" sldId="277"/>
            <ac:spMk id="47" creationId="{1751D31D-3535-411D-8BAC-95CCC90AB185}"/>
          </ac:spMkLst>
        </pc:spChg>
        <pc:spChg chg="mod">
          <ac:chgData name="darth kn" userId="9a487fc92cd96908" providerId="LiveId" clId="{DCE76C33-A390-4ACD-A8CB-750A38297E95}" dt="2026-06-07T19:51:59.348" v="173" actId="20577"/>
          <ac:spMkLst>
            <pc:docMk/>
            <pc:sldMk cId="822569134" sldId="277"/>
            <ac:spMk id="48" creationId="{FA4D735A-8F75-4E2A-8F1A-CC303B0718BA}"/>
          </ac:spMkLst>
        </pc:spChg>
        <pc:spChg chg="mod">
          <ac:chgData name="darth kn" userId="9a487fc92cd96908" providerId="LiveId" clId="{DCE76C33-A390-4ACD-A8CB-750A38297E95}" dt="2026-06-07T19:52:26.049" v="188" actId="20577"/>
          <ac:spMkLst>
            <pc:docMk/>
            <pc:sldMk cId="822569134" sldId="277"/>
            <ac:spMk id="49" creationId="{54AB9282-0505-49EB-AABF-998083225E3A}"/>
          </ac:spMkLst>
        </pc:spChg>
        <pc:spChg chg="mod">
          <ac:chgData name="darth kn" userId="9a487fc92cd96908" providerId="LiveId" clId="{DCE76C33-A390-4ACD-A8CB-750A38297E95}" dt="2026-06-07T19:53:01.058" v="197" actId="20577"/>
          <ac:spMkLst>
            <pc:docMk/>
            <pc:sldMk cId="822569134" sldId="277"/>
            <ac:spMk id="50" creationId="{D668C4B5-BCEC-465A-ADA5-6A054B15F7A3}"/>
          </ac:spMkLst>
        </pc:spChg>
        <pc:spChg chg="mod">
          <ac:chgData name="darth kn" userId="9a487fc92cd96908" providerId="LiveId" clId="{DCE76C33-A390-4ACD-A8CB-750A38297E95}" dt="2026-06-07T19:50:49.373" v="127" actId="207"/>
          <ac:spMkLst>
            <pc:docMk/>
            <pc:sldMk cId="822569134" sldId="277"/>
            <ac:spMk id="51" creationId="{8AA18108-5B8B-4147-84A7-D30A16BEC4EA}"/>
          </ac:spMkLst>
        </pc:spChg>
        <pc:spChg chg="mod">
          <ac:chgData name="darth kn" userId="9a487fc92cd96908" providerId="LiveId" clId="{DCE76C33-A390-4ACD-A8CB-750A38297E95}" dt="2026-06-07T19:51:21.713" v="146" actId="207"/>
          <ac:spMkLst>
            <pc:docMk/>
            <pc:sldMk cId="822569134" sldId="277"/>
            <ac:spMk id="52" creationId="{A8534162-B6E2-4579-9DAD-AD8DE07459BC}"/>
          </ac:spMkLst>
        </pc:spChg>
        <pc:spChg chg="mod">
          <ac:chgData name="darth kn" userId="9a487fc92cd96908" providerId="LiveId" clId="{DCE76C33-A390-4ACD-A8CB-750A38297E95}" dt="2026-06-07T19:51:47.024" v="149" actId="207"/>
          <ac:spMkLst>
            <pc:docMk/>
            <pc:sldMk cId="822569134" sldId="277"/>
            <ac:spMk id="53" creationId="{E1535E1C-6EBC-45D8-BCE1-D5B947A61FB6}"/>
          </ac:spMkLst>
        </pc:spChg>
        <pc:spChg chg="mod">
          <ac:chgData name="darth kn" userId="9a487fc92cd96908" providerId="LiveId" clId="{DCE76C33-A390-4ACD-A8CB-750A38297E95}" dt="2026-06-07T19:52:50.284" v="193" actId="12"/>
          <ac:spMkLst>
            <pc:docMk/>
            <pc:sldMk cId="822569134" sldId="277"/>
            <ac:spMk id="54" creationId="{28FF18A5-7B4E-4493-B38D-E732E033F82F}"/>
          </ac:spMkLst>
        </pc:spChg>
        <pc:spChg chg="mod">
          <ac:chgData name="darth kn" userId="9a487fc92cd96908" providerId="LiveId" clId="{DCE76C33-A390-4ACD-A8CB-750A38297E95}" dt="2026-06-07T19:53:15.010" v="199" actId="207"/>
          <ac:spMkLst>
            <pc:docMk/>
            <pc:sldMk cId="822569134" sldId="277"/>
            <ac:spMk id="55" creationId="{5BCD242F-9A97-473E-8E17-3F6C3C75CE68}"/>
          </ac:spMkLst>
        </pc:spChg>
        <pc:spChg chg="del">
          <ac:chgData name="darth kn" userId="9a487fc92cd96908" providerId="LiveId" clId="{DCE76C33-A390-4ACD-A8CB-750A38297E95}" dt="2026-06-08T19:56:28.423" v="1670" actId="478"/>
          <ac:spMkLst>
            <pc:docMk/>
            <pc:sldMk cId="822569134" sldId="277"/>
            <ac:spMk id="56" creationId="{DEC447B3-FDD1-438D-A671-84CC56DF3DFC}"/>
          </ac:spMkLst>
        </pc:spChg>
        <pc:spChg chg="del">
          <ac:chgData name="darth kn" userId="9a487fc92cd96908" providerId="LiveId" clId="{DCE76C33-A390-4ACD-A8CB-750A38297E95}" dt="2026-06-08T19:56:53.734" v="1672" actId="478"/>
          <ac:spMkLst>
            <pc:docMk/>
            <pc:sldMk cId="822569134" sldId="277"/>
            <ac:spMk id="72" creationId="{4C935A16-4F4C-4B17-B911-F1D554A088A8}"/>
          </ac:spMkLst>
        </pc:spChg>
        <pc:grpChg chg="del">
          <ac:chgData name="darth kn" userId="9a487fc92cd96908" providerId="LiveId" clId="{DCE76C33-A390-4ACD-A8CB-750A38297E95}" dt="2026-06-08T19:58:17.204" v="1690" actId="478"/>
          <ac:grpSpMkLst>
            <pc:docMk/>
            <pc:sldMk cId="822569134" sldId="277"/>
            <ac:grpSpMk id="58" creationId="{8FB81822-E09C-4A9F-BCD2-4BB20E38DA03}"/>
          </ac:grpSpMkLst>
        </pc:grpChg>
        <pc:picChg chg="add del mod">
          <ac:chgData name="darth kn" userId="9a487fc92cd96908" providerId="LiveId" clId="{DCE76C33-A390-4ACD-A8CB-750A38297E95}" dt="2026-06-08T19:57:42.394" v="1681" actId="478"/>
          <ac:picMkLst>
            <pc:docMk/>
            <pc:sldMk cId="822569134" sldId="277"/>
            <ac:picMk id="5" creationId="{DE78E328-4BE7-F71D-7CB9-802EF8A206B1}"/>
          </ac:picMkLst>
        </pc:picChg>
        <pc:picChg chg="add mod">
          <ac:chgData name="darth kn" userId="9a487fc92cd96908" providerId="LiveId" clId="{DCE76C33-A390-4ACD-A8CB-750A38297E95}" dt="2026-06-08T19:57:32.166" v="1680" actId="14100"/>
          <ac:picMkLst>
            <pc:docMk/>
            <pc:sldMk cId="822569134" sldId="277"/>
            <ac:picMk id="7" creationId="{14B6F45D-EE36-8F04-CA83-9548D768E15C}"/>
          </ac:picMkLst>
        </pc:picChg>
        <pc:picChg chg="add mod">
          <ac:chgData name="darth kn" userId="9a487fc92cd96908" providerId="LiveId" clId="{DCE76C33-A390-4ACD-A8CB-750A38297E95}" dt="2026-06-08T19:58:52.902" v="1693" actId="1076"/>
          <ac:picMkLst>
            <pc:docMk/>
            <pc:sldMk cId="822569134" sldId="277"/>
            <ac:picMk id="12" creationId="{35380184-F317-5188-4D97-60220FBD6158}"/>
          </ac:picMkLst>
        </pc:picChg>
        <pc:picChg chg="add mod">
          <ac:chgData name="darth kn" userId="9a487fc92cd96908" providerId="LiveId" clId="{DCE76C33-A390-4ACD-A8CB-750A38297E95}" dt="2026-06-08T19:58:35.554" v="1691" actId="1076"/>
          <ac:picMkLst>
            <pc:docMk/>
            <pc:sldMk cId="822569134" sldId="277"/>
            <ac:picMk id="15" creationId="{FF78AC8E-D7BF-5017-3709-24BC630254C3}"/>
          </ac:picMkLst>
        </pc:picChg>
      </pc:sldChg>
      <pc:sldChg chg="addSp delSp modSp mod">
        <pc:chgData name="darth kn" userId="9a487fc92cd96908" providerId="LiveId" clId="{DCE76C33-A390-4ACD-A8CB-750A38297E95}" dt="2026-06-08T04:21:07.483" v="1629" actId="1076"/>
        <pc:sldMkLst>
          <pc:docMk/>
          <pc:sldMk cId="843768125" sldId="278"/>
        </pc:sldMkLst>
        <pc:spChg chg="mod">
          <ac:chgData name="darth kn" userId="9a487fc92cd96908" providerId="LiveId" clId="{DCE76C33-A390-4ACD-A8CB-750A38297E95}" dt="2026-06-08T04:20:33.931" v="1603" actId="1076"/>
          <ac:spMkLst>
            <pc:docMk/>
            <pc:sldMk cId="843768125" sldId="278"/>
            <ac:spMk id="3" creationId="{9F23A462-D581-4451-A275-D8FA412E142C}"/>
          </ac:spMkLst>
        </pc:spChg>
        <pc:spChg chg="add mod">
          <ac:chgData name="darth kn" userId="9a487fc92cd96908" providerId="LiveId" clId="{DCE76C33-A390-4ACD-A8CB-750A38297E95}" dt="2026-06-08T02:55:04.008" v="1056" actId="1076"/>
          <ac:spMkLst>
            <pc:docMk/>
            <pc:sldMk cId="843768125" sldId="278"/>
            <ac:spMk id="4" creationId="{B4C2CFD5-D506-E8D2-14CA-B89261BF6852}"/>
          </ac:spMkLst>
        </pc:spChg>
        <pc:spChg chg="add mod">
          <ac:chgData name="darth kn" userId="9a487fc92cd96908" providerId="LiveId" clId="{DCE76C33-A390-4ACD-A8CB-750A38297E95}" dt="2026-06-08T02:55:08.590" v="1057" actId="1076"/>
          <ac:spMkLst>
            <pc:docMk/>
            <pc:sldMk cId="843768125" sldId="278"/>
            <ac:spMk id="5" creationId="{467DF698-BFAB-3C60-E321-A9CB86A9F401}"/>
          </ac:spMkLst>
        </pc:spChg>
        <pc:spChg chg="add mod">
          <ac:chgData name="darth kn" userId="9a487fc92cd96908" providerId="LiveId" clId="{DCE76C33-A390-4ACD-A8CB-750A38297E95}" dt="2026-06-08T04:21:07.483" v="1629" actId="1076"/>
          <ac:spMkLst>
            <pc:docMk/>
            <pc:sldMk cId="843768125" sldId="278"/>
            <ac:spMk id="6" creationId="{0337062B-B476-7723-85AC-19C3F9B99175}"/>
          </ac:spMkLst>
        </pc:spChg>
        <pc:spChg chg="mod">
          <ac:chgData name="darth kn" userId="9a487fc92cd96908" providerId="LiveId" clId="{DCE76C33-A390-4ACD-A8CB-750A38297E95}" dt="2026-06-08T02:53:34.714" v="1042" actId="20577"/>
          <ac:spMkLst>
            <pc:docMk/>
            <pc:sldMk cId="843768125" sldId="278"/>
            <ac:spMk id="11" creationId="{4E3F5479-058B-4FA8-92E9-18CAB8CDC5C5}"/>
          </ac:spMkLst>
        </pc:spChg>
        <pc:spChg chg="mod">
          <ac:chgData name="darth kn" userId="9a487fc92cd96908" providerId="LiveId" clId="{DCE76C33-A390-4ACD-A8CB-750A38297E95}" dt="2026-06-08T02:54:33.474" v="1048" actId="1076"/>
          <ac:spMkLst>
            <pc:docMk/>
            <pc:sldMk cId="843768125" sldId="278"/>
            <ac:spMk id="41" creationId="{3FAD125B-9A3B-49A4-B9EC-C8A6D3CF9CBF}"/>
          </ac:spMkLst>
        </pc:spChg>
        <pc:spChg chg="mod">
          <ac:chgData name="darth kn" userId="9a487fc92cd96908" providerId="LiveId" clId="{DCE76C33-A390-4ACD-A8CB-750A38297E95}" dt="2026-06-08T02:54:08.175" v="1047" actId="14100"/>
          <ac:spMkLst>
            <pc:docMk/>
            <pc:sldMk cId="843768125" sldId="278"/>
            <ac:spMk id="42" creationId="{233E4AB5-6FC1-4454-9421-850EF5A4ADF3}"/>
          </ac:spMkLst>
        </pc:spChg>
        <pc:spChg chg="del mod">
          <ac:chgData name="darth kn" userId="9a487fc92cd96908" providerId="LiveId" clId="{DCE76C33-A390-4ACD-A8CB-750A38297E95}" dt="2026-06-08T02:52:48.392" v="1034" actId="478"/>
          <ac:spMkLst>
            <pc:docMk/>
            <pc:sldMk cId="843768125" sldId="278"/>
            <ac:spMk id="73" creationId="{40123448-0B37-4226-B26C-A3081E6142FF}"/>
          </ac:spMkLst>
        </pc:spChg>
        <pc:spChg chg="mod">
          <ac:chgData name="darth kn" userId="9a487fc92cd96908" providerId="LiveId" clId="{DCE76C33-A390-4ACD-A8CB-750A38297E95}" dt="2026-06-08T02:54:52.974" v="1052" actId="1076"/>
          <ac:spMkLst>
            <pc:docMk/>
            <pc:sldMk cId="843768125" sldId="278"/>
            <ac:spMk id="77" creationId="{69943F00-C6CB-4F10-A02B-801F37984D43}"/>
          </ac:spMkLst>
        </pc:spChg>
        <pc:spChg chg="mod">
          <ac:chgData name="darth kn" userId="9a487fc92cd96908" providerId="LiveId" clId="{DCE76C33-A390-4ACD-A8CB-750A38297E95}" dt="2026-06-08T02:55:38.088" v="1059" actId="403"/>
          <ac:spMkLst>
            <pc:docMk/>
            <pc:sldMk cId="843768125" sldId="278"/>
            <ac:spMk id="80" creationId="{6BEBF752-C33D-4EC4-8210-F7B1D3A10097}"/>
          </ac:spMkLst>
        </pc:spChg>
        <pc:spChg chg="mod">
          <ac:chgData name="darth kn" userId="9a487fc92cd96908" providerId="LiveId" clId="{DCE76C33-A390-4ACD-A8CB-750A38297E95}" dt="2026-06-08T02:55:34.449" v="1058" actId="403"/>
          <ac:spMkLst>
            <pc:docMk/>
            <pc:sldMk cId="843768125" sldId="278"/>
            <ac:spMk id="81" creationId="{D4EC02E4-F054-4111-9038-AE0BDA4C8060}"/>
          </ac:spMkLst>
        </pc:spChg>
        <pc:spChg chg="mod">
          <ac:chgData name="darth kn" userId="9a487fc92cd96908" providerId="LiveId" clId="{DCE76C33-A390-4ACD-A8CB-750A38297E95}" dt="2026-06-08T02:55:42.413" v="1060" actId="403"/>
          <ac:spMkLst>
            <pc:docMk/>
            <pc:sldMk cId="843768125" sldId="278"/>
            <ac:spMk id="82" creationId="{9771041D-83B6-4693-BC25-25AABB3CE3BF}"/>
          </ac:spMkLst>
        </pc:spChg>
        <pc:spChg chg="del mod">
          <ac:chgData name="darth kn" userId="9a487fc92cd96908" providerId="LiveId" clId="{DCE76C33-A390-4ACD-A8CB-750A38297E95}" dt="2026-06-08T02:52:47.658" v="1033" actId="478"/>
          <ac:spMkLst>
            <pc:docMk/>
            <pc:sldMk cId="843768125" sldId="278"/>
            <ac:spMk id="83" creationId="{9F6EE26A-3174-49AD-900E-08C045755F3C}"/>
          </ac:spMkLst>
        </pc:spChg>
        <pc:spChg chg="del mod">
          <ac:chgData name="darth kn" userId="9a487fc92cd96908" providerId="LiveId" clId="{DCE76C33-A390-4ACD-A8CB-750A38297E95}" dt="2026-06-08T02:52:44.536" v="1032" actId="478"/>
          <ac:spMkLst>
            <pc:docMk/>
            <pc:sldMk cId="843768125" sldId="278"/>
            <ac:spMk id="90" creationId="{79B46693-ED1F-429F-9B11-2794939E3B99}"/>
          </ac:spMkLst>
        </pc:spChg>
        <pc:spChg chg="mod">
          <ac:chgData name="darth kn" userId="9a487fc92cd96908" providerId="LiveId" clId="{DCE76C33-A390-4ACD-A8CB-750A38297E95}" dt="2026-06-08T02:55:58.661" v="1063" actId="403"/>
          <ac:spMkLst>
            <pc:docMk/>
            <pc:sldMk cId="843768125" sldId="278"/>
            <ac:spMk id="91" creationId="{0F8D1DEA-0363-4C10-925D-1D68E14CCEF4}"/>
          </ac:spMkLst>
        </pc:spChg>
        <pc:spChg chg="mod">
          <ac:chgData name="darth kn" userId="9a487fc92cd96908" providerId="LiveId" clId="{DCE76C33-A390-4ACD-A8CB-750A38297E95}" dt="2026-06-08T02:55:54.116" v="1062" actId="403"/>
          <ac:spMkLst>
            <pc:docMk/>
            <pc:sldMk cId="843768125" sldId="278"/>
            <ac:spMk id="92" creationId="{A69BDC62-882D-49FD-B60A-05F493B04723}"/>
          </ac:spMkLst>
        </pc:spChg>
        <pc:spChg chg="mod">
          <ac:chgData name="darth kn" userId="9a487fc92cd96908" providerId="LiveId" clId="{DCE76C33-A390-4ACD-A8CB-750A38297E95}" dt="2026-06-08T04:19:01.643" v="1600" actId="20577"/>
          <ac:spMkLst>
            <pc:docMk/>
            <pc:sldMk cId="843768125" sldId="278"/>
            <ac:spMk id="93" creationId="{FC109BEC-95E0-4EA0-B65C-A8353481F394}"/>
          </ac:spMkLst>
        </pc:spChg>
      </pc:sldChg>
      <pc:sldChg chg="addSp delSp modSp del mod ord">
        <pc:chgData name="darth kn" userId="9a487fc92cd96908" providerId="LiveId" clId="{DCE76C33-A390-4ACD-A8CB-750A38297E95}" dt="2026-06-08T04:29:23.438" v="1631" actId="47"/>
        <pc:sldMkLst>
          <pc:docMk/>
          <pc:sldMk cId="1212140928" sldId="279"/>
        </pc:sldMkLst>
        <pc:spChg chg="mod">
          <ac:chgData name="darth kn" userId="9a487fc92cd96908" providerId="LiveId" clId="{DCE76C33-A390-4ACD-A8CB-750A38297E95}" dt="2026-06-08T03:32:28.906" v="1080" actId="20577"/>
          <ac:spMkLst>
            <pc:docMk/>
            <pc:sldMk cId="1212140928" sldId="279"/>
            <ac:spMk id="45" creationId="{69F7E025-DDEC-4748-AAE9-9FA2A4BF1E49}"/>
          </ac:spMkLst>
        </pc:spChg>
        <pc:picChg chg="add del">
          <ac:chgData name="darth kn" userId="9a487fc92cd96908" providerId="LiveId" clId="{DCE76C33-A390-4ACD-A8CB-750A38297E95}" dt="2026-06-08T03:33:15.338" v="1084" actId="22"/>
          <ac:picMkLst>
            <pc:docMk/>
            <pc:sldMk cId="1212140928" sldId="279"/>
            <ac:picMk id="3" creationId="{35C5B427-EE34-29B0-ADE7-AA5F56C6BC92}"/>
          </ac:picMkLst>
        </pc:picChg>
      </pc:sldChg>
      <pc:sldChg chg="addSp delSp del mod ord">
        <pc:chgData name="darth kn" userId="9a487fc92cd96908" providerId="LiveId" clId="{DCE76C33-A390-4ACD-A8CB-750A38297E95}" dt="2026-06-08T03:53:42.233" v="1478" actId="47"/>
        <pc:sldMkLst>
          <pc:docMk/>
          <pc:sldMk cId="3887579892" sldId="280"/>
        </pc:sldMkLst>
        <pc:picChg chg="add del">
          <ac:chgData name="darth kn" userId="9a487fc92cd96908" providerId="LiveId" clId="{DCE76C33-A390-4ACD-A8CB-750A38297E95}" dt="2026-06-08T03:33:12.732" v="1083" actId="22"/>
          <ac:picMkLst>
            <pc:docMk/>
            <pc:sldMk cId="3887579892" sldId="280"/>
            <ac:picMk id="4" creationId="{21731A32-72C0-0D5F-9EAA-D56A6371C09B}"/>
          </ac:picMkLst>
        </pc:picChg>
      </pc:sldChg>
      <pc:sldChg chg="addSp delSp modSp mod ord">
        <pc:chgData name="darth kn" userId="9a487fc92cd96908" providerId="LiveId" clId="{DCE76C33-A390-4ACD-A8CB-750A38297E95}" dt="2026-06-08T23:51:00.780" v="1759" actId="1076"/>
        <pc:sldMkLst>
          <pc:docMk/>
          <pc:sldMk cId="875445271" sldId="281"/>
        </pc:sldMkLst>
        <pc:spChg chg="mod">
          <ac:chgData name="darth kn" userId="9a487fc92cd96908" providerId="LiveId" clId="{DCE76C33-A390-4ACD-A8CB-750A38297E95}" dt="2026-06-08T02:33:29.448" v="708" actId="20577"/>
          <ac:spMkLst>
            <pc:docMk/>
            <pc:sldMk cId="875445271" sldId="281"/>
            <ac:spMk id="11" creationId="{4E3F5479-058B-4FA8-92E9-18CAB8CDC5C5}"/>
          </ac:spMkLst>
        </pc:spChg>
        <pc:spChg chg="del">
          <ac:chgData name="darth kn" userId="9a487fc92cd96908" providerId="LiveId" clId="{DCE76C33-A390-4ACD-A8CB-750A38297E95}" dt="2026-06-08T02:35:57.878" v="732" actId="478"/>
          <ac:spMkLst>
            <pc:docMk/>
            <pc:sldMk cId="875445271" sldId="281"/>
            <ac:spMk id="49" creationId="{9EE2839B-44FB-42AC-BF2D-037A4BE4BEC7}"/>
          </ac:spMkLst>
        </pc:spChg>
        <pc:spChg chg="mod">
          <ac:chgData name="darth kn" userId="9a487fc92cd96908" providerId="LiveId" clId="{DCE76C33-A390-4ACD-A8CB-750A38297E95}" dt="2026-06-08T02:39:19.769" v="815" actId="20577"/>
          <ac:spMkLst>
            <pc:docMk/>
            <pc:sldMk cId="875445271" sldId="281"/>
            <ac:spMk id="148" creationId="{2809A67D-EE6E-45D1-AA73-B11A0B4F2508}"/>
          </ac:spMkLst>
        </pc:spChg>
        <pc:spChg chg="del">
          <ac:chgData name="darth kn" userId="9a487fc92cd96908" providerId="LiveId" clId="{DCE76C33-A390-4ACD-A8CB-750A38297E95}" dt="2026-06-08T02:34:46.554" v="718" actId="478"/>
          <ac:spMkLst>
            <pc:docMk/>
            <pc:sldMk cId="875445271" sldId="281"/>
            <ac:spMk id="150" creationId="{82D6D7C7-ED2D-4325-93B0-EE2B9C2B2CF7}"/>
          </ac:spMkLst>
        </pc:spChg>
        <pc:grpChg chg="del">
          <ac:chgData name="darth kn" userId="9a487fc92cd96908" providerId="LiveId" clId="{DCE76C33-A390-4ACD-A8CB-750A38297E95}" dt="2026-06-08T02:35:57.878" v="732" actId="478"/>
          <ac:grpSpMkLst>
            <pc:docMk/>
            <pc:sldMk cId="875445271" sldId="281"/>
            <ac:grpSpMk id="50" creationId="{2FA1B3F0-F0C6-4C2E-ABD3-6AE2AAF66A07}"/>
          </ac:grpSpMkLst>
        </pc:grpChg>
        <pc:grpChg chg="del">
          <ac:chgData name="darth kn" userId="9a487fc92cd96908" providerId="LiveId" clId="{DCE76C33-A390-4ACD-A8CB-750A38297E95}" dt="2026-06-08T02:35:57.878" v="732" actId="478"/>
          <ac:grpSpMkLst>
            <pc:docMk/>
            <pc:sldMk cId="875445271" sldId="281"/>
            <ac:grpSpMk id="82" creationId="{9418C6B8-1E51-409C-A0E5-16AE173CE45B}"/>
          </ac:grpSpMkLst>
        </pc:grpChg>
        <pc:grpChg chg="del">
          <ac:chgData name="darth kn" userId="9a487fc92cd96908" providerId="LiveId" clId="{DCE76C33-A390-4ACD-A8CB-750A38297E95}" dt="2026-06-08T02:35:57.878" v="732" actId="478"/>
          <ac:grpSpMkLst>
            <pc:docMk/>
            <pc:sldMk cId="875445271" sldId="281"/>
            <ac:grpSpMk id="85" creationId="{A97EEAA0-CE6D-46A9-9837-67DD5CDA8CE9}"/>
          </ac:grpSpMkLst>
        </pc:grpChg>
        <pc:grpChg chg="del">
          <ac:chgData name="darth kn" userId="9a487fc92cd96908" providerId="LiveId" clId="{DCE76C33-A390-4ACD-A8CB-750A38297E95}" dt="2026-06-08T02:35:57.878" v="732" actId="478"/>
          <ac:grpSpMkLst>
            <pc:docMk/>
            <pc:sldMk cId="875445271" sldId="281"/>
            <ac:grpSpMk id="92" creationId="{268D639A-62F0-4F2B-B632-5A45CD6DD132}"/>
          </ac:grpSpMkLst>
        </pc:grpChg>
        <pc:grpChg chg="del">
          <ac:chgData name="darth kn" userId="9a487fc92cd96908" providerId="LiveId" clId="{DCE76C33-A390-4ACD-A8CB-750A38297E95}" dt="2026-06-08T02:34:58.283" v="721" actId="478"/>
          <ac:grpSpMkLst>
            <pc:docMk/>
            <pc:sldMk cId="875445271" sldId="281"/>
            <ac:grpSpMk id="101" creationId="{67EBF40E-2836-4B56-82CA-B0AE5592616F}"/>
          </ac:grpSpMkLst>
        </pc:grpChg>
        <pc:grpChg chg="del">
          <ac:chgData name="darth kn" userId="9a487fc92cd96908" providerId="LiveId" clId="{DCE76C33-A390-4ACD-A8CB-750A38297E95}" dt="2026-06-08T02:34:58.283" v="721" actId="478"/>
          <ac:grpSpMkLst>
            <pc:docMk/>
            <pc:sldMk cId="875445271" sldId="281"/>
            <ac:grpSpMk id="106" creationId="{5A7B4376-F48C-4D8D-B85C-E30B7B3E6434}"/>
          </ac:grpSpMkLst>
        </pc:grpChg>
        <pc:grpChg chg="del">
          <ac:chgData name="darth kn" userId="9a487fc92cd96908" providerId="LiveId" clId="{DCE76C33-A390-4ACD-A8CB-750A38297E95}" dt="2026-06-08T02:34:58.283" v="721" actId="478"/>
          <ac:grpSpMkLst>
            <pc:docMk/>
            <pc:sldMk cId="875445271" sldId="281"/>
            <ac:grpSpMk id="111" creationId="{20CE09B7-A9E8-4791-ABE4-6FEC5916661D}"/>
          </ac:grpSpMkLst>
        </pc:grpChg>
        <pc:grpChg chg="del">
          <ac:chgData name="darth kn" userId="9a487fc92cd96908" providerId="LiveId" clId="{DCE76C33-A390-4ACD-A8CB-750A38297E95}" dt="2026-06-08T02:35:57.878" v="732" actId="478"/>
          <ac:grpSpMkLst>
            <pc:docMk/>
            <pc:sldMk cId="875445271" sldId="281"/>
            <ac:grpSpMk id="118" creationId="{75BF619E-615D-4C1A-A3A1-04DFC90E2F3F}"/>
          </ac:grpSpMkLst>
        </pc:grpChg>
        <pc:grpChg chg="del">
          <ac:chgData name="darth kn" userId="9a487fc92cd96908" providerId="LiveId" clId="{DCE76C33-A390-4ACD-A8CB-750A38297E95}" dt="2026-06-08T02:34:58.283" v="721" actId="478"/>
          <ac:grpSpMkLst>
            <pc:docMk/>
            <pc:sldMk cId="875445271" sldId="281"/>
            <ac:grpSpMk id="128" creationId="{E7EE81F4-E278-4BA7-8923-0D6DD1FEBDFA}"/>
          </ac:grpSpMkLst>
        </pc:grpChg>
        <pc:picChg chg="add mod">
          <ac:chgData name="darth kn" userId="9a487fc92cd96908" providerId="LiveId" clId="{DCE76C33-A390-4ACD-A8CB-750A38297E95}" dt="2026-06-08T23:51:00.780" v="1759" actId="1076"/>
          <ac:picMkLst>
            <pc:docMk/>
            <pc:sldMk cId="875445271" sldId="281"/>
            <ac:picMk id="2" creationId="{4431891C-4216-4E1B-663C-07B8401D8213}"/>
          </ac:picMkLst>
        </pc:picChg>
        <pc:picChg chg="add mod">
          <ac:chgData name="darth kn" userId="9a487fc92cd96908" providerId="LiveId" clId="{DCE76C33-A390-4ACD-A8CB-750A38297E95}" dt="2026-06-08T23:50:55.546" v="1756" actId="1076"/>
          <ac:picMkLst>
            <pc:docMk/>
            <pc:sldMk cId="875445271" sldId="281"/>
            <ac:picMk id="3" creationId="{963A6EFD-9D0E-A688-6967-2433039EF17B}"/>
          </ac:picMkLst>
        </pc:picChg>
        <pc:picChg chg="add mod">
          <ac:chgData name="darth kn" userId="9a487fc92cd96908" providerId="LiveId" clId="{DCE76C33-A390-4ACD-A8CB-750A38297E95}" dt="2026-06-08T23:50:50.912" v="1753" actId="1076"/>
          <ac:picMkLst>
            <pc:docMk/>
            <pc:sldMk cId="875445271" sldId="281"/>
            <ac:picMk id="7" creationId="{97B3126B-6CED-77A3-067A-0F837BCFD1B5}"/>
          </ac:picMkLst>
        </pc:picChg>
        <pc:cxnChg chg="del">
          <ac:chgData name="darth kn" userId="9a487fc92cd96908" providerId="LiveId" clId="{DCE76C33-A390-4ACD-A8CB-750A38297E95}" dt="2026-06-08T02:34:48.010" v="719" actId="478"/>
          <ac:cxnSpMkLst>
            <pc:docMk/>
            <pc:sldMk cId="875445271" sldId="281"/>
            <ac:cxnSpMk id="149" creationId="{A3D7D3F3-ED08-4CA9-8310-32E50A7BB0A5}"/>
          </ac:cxnSpMkLst>
        </pc:cxnChg>
      </pc:sldChg>
      <pc:sldChg chg="addSp delSp modSp mod">
        <pc:chgData name="darth kn" userId="9a487fc92cd96908" providerId="LiveId" clId="{DCE76C33-A390-4ACD-A8CB-750A38297E95}" dt="2026-06-08T03:50:02.386" v="1477" actId="12"/>
        <pc:sldMkLst>
          <pc:docMk/>
          <pc:sldMk cId="1061713674" sldId="282"/>
        </pc:sldMkLst>
        <pc:spChg chg="mod">
          <ac:chgData name="darth kn" userId="9a487fc92cd96908" providerId="LiveId" clId="{DCE76C33-A390-4ACD-A8CB-750A38297E95}" dt="2026-06-08T03:47:36.768" v="1348" actId="12"/>
          <ac:spMkLst>
            <pc:docMk/>
            <pc:sldMk cId="1061713674" sldId="282"/>
            <ac:spMk id="10" creationId="{1A997C66-4ED4-4017-9439-1D07ED31D783}"/>
          </ac:spMkLst>
        </pc:spChg>
        <pc:spChg chg="mod">
          <ac:chgData name="darth kn" userId="9a487fc92cd96908" providerId="LiveId" clId="{DCE76C33-A390-4ACD-A8CB-750A38297E95}" dt="2026-06-08T03:44:20.667" v="1328" actId="20577"/>
          <ac:spMkLst>
            <pc:docMk/>
            <pc:sldMk cId="1061713674" sldId="282"/>
            <ac:spMk id="11" creationId="{4E3F5479-058B-4FA8-92E9-18CAB8CDC5C5}"/>
          </ac:spMkLst>
        </pc:spChg>
        <pc:spChg chg="mod">
          <ac:chgData name="darth kn" userId="9a487fc92cd96908" providerId="LiveId" clId="{DCE76C33-A390-4ACD-A8CB-750A38297E95}" dt="2026-06-08T03:47:32.111" v="1347" actId="12"/>
          <ac:spMkLst>
            <pc:docMk/>
            <pc:sldMk cId="1061713674" sldId="282"/>
            <ac:spMk id="12" creationId="{690C1A7A-78BB-48B4-B5CE-2B9C34E5E67B}"/>
          </ac:spMkLst>
        </pc:spChg>
        <pc:spChg chg="mod">
          <ac:chgData name="darth kn" userId="9a487fc92cd96908" providerId="LiveId" clId="{DCE76C33-A390-4ACD-A8CB-750A38297E95}" dt="2026-06-08T03:50:02.386" v="1477" actId="12"/>
          <ac:spMkLst>
            <pc:docMk/>
            <pc:sldMk cId="1061713674" sldId="282"/>
            <ac:spMk id="13" creationId="{53CF038C-66AF-4E81-9068-703EC0088620}"/>
          </ac:spMkLst>
        </pc:spChg>
        <pc:graphicFrameChg chg="del">
          <ac:chgData name="darth kn" userId="9a487fc92cd96908" providerId="LiveId" clId="{DCE76C33-A390-4ACD-A8CB-750A38297E95}" dt="2026-06-08T03:44:46.256" v="1329" actId="478"/>
          <ac:graphicFrameMkLst>
            <pc:docMk/>
            <pc:sldMk cId="1061713674" sldId="282"/>
            <ac:graphicFrameMk id="4" creationId="{8B833BE5-F2DA-4155-B25C-866FA190EFEA}"/>
          </ac:graphicFrameMkLst>
        </pc:graphicFrameChg>
        <pc:picChg chg="add del mod">
          <ac:chgData name="darth kn" userId="9a487fc92cd96908" providerId="LiveId" clId="{DCE76C33-A390-4ACD-A8CB-750A38297E95}" dt="2026-06-08T03:45:02.186" v="1337" actId="22"/>
          <ac:picMkLst>
            <pc:docMk/>
            <pc:sldMk cId="1061713674" sldId="282"/>
            <ac:picMk id="3" creationId="{207C1FF0-7D9A-C4B7-292E-56513437C0EA}"/>
          </ac:picMkLst>
        </pc:picChg>
        <pc:picChg chg="add del mod">
          <ac:chgData name="darth kn" userId="9a487fc92cd96908" providerId="LiveId" clId="{DCE76C33-A390-4ACD-A8CB-750A38297E95}" dt="2026-06-08T03:45:29.564" v="1341" actId="22"/>
          <ac:picMkLst>
            <pc:docMk/>
            <pc:sldMk cId="1061713674" sldId="282"/>
            <ac:picMk id="6" creationId="{34AC46DE-21C2-9977-ACF0-0FACCC87CF53}"/>
          </ac:picMkLst>
        </pc:picChg>
        <pc:picChg chg="add mod">
          <ac:chgData name="darth kn" userId="9a487fc92cd96908" providerId="LiveId" clId="{DCE76C33-A390-4ACD-A8CB-750A38297E95}" dt="2026-06-08T03:46:01.213" v="1344" actId="14100"/>
          <ac:picMkLst>
            <pc:docMk/>
            <pc:sldMk cId="1061713674" sldId="282"/>
            <ac:picMk id="26" creationId="{5184D413-7FAA-9C1F-B751-E125DA30A3FE}"/>
          </ac:picMkLst>
        </pc:picChg>
      </pc:sldChg>
      <pc:sldChg chg="addSp delSp modSp mod ord">
        <pc:chgData name="darth kn" userId="9a487fc92cd96908" providerId="LiveId" clId="{DCE76C33-A390-4ACD-A8CB-750A38297E95}" dt="2026-06-09T02:31:55.197" v="2834" actId="1076"/>
        <pc:sldMkLst>
          <pc:docMk/>
          <pc:sldMk cId="727364193" sldId="283"/>
        </pc:sldMkLst>
        <pc:spChg chg="del mod">
          <ac:chgData name="darth kn" userId="9a487fc92cd96908" providerId="LiveId" clId="{DCE76C33-A390-4ACD-A8CB-750A38297E95}" dt="2026-06-09T02:18:30.283" v="2503" actId="478"/>
          <ac:spMkLst>
            <pc:docMk/>
            <pc:sldMk cId="727364193" sldId="283"/>
            <ac:spMk id="2" creationId="{3C1CAF08-13B9-48BA-A271-8CE5B568A664}"/>
          </ac:spMkLst>
        </pc:spChg>
        <pc:spChg chg="mod">
          <ac:chgData name="darth kn" userId="9a487fc92cd96908" providerId="LiveId" clId="{DCE76C33-A390-4ACD-A8CB-750A38297E95}" dt="2026-06-09T02:27:31.452" v="2727" actId="1076"/>
          <ac:spMkLst>
            <pc:docMk/>
            <pc:sldMk cId="727364193" sldId="283"/>
            <ac:spMk id="11" creationId="{4E3F5479-058B-4FA8-92E9-18CAB8CDC5C5}"/>
          </ac:spMkLst>
        </pc:spChg>
        <pc:spChg chg="add mod">
          <ac:chgData name="darth kn" userId="9a487fc92cd96908" providerId="LiveId" clId="{DCE76C33-A390-4ACD-A8CB-750A38297E95}" dt="2026-06-09T02:31:19.979" v="2828" actId="1076"/>
          <ac:spMkLst>
            <pc:docMk/>
            <pc:sldMk cId="727364193" sldId="283"/>
            <ac:spMk id="12" creationId="{8D93AD01-C9B0-0DE0-61CB-575FA481152F}"/>
          </ac:spMkLst>
        </pc:spChg>
        <pc:spChg chg="add mod">
          <ac:chgData name="darth kn" userId="9a487fc92cd96908" providerId="LiveId" clId="{DCE76C33-A390-4ACD-A8CB-750A38297E95}" dt="2026-06-09T02:31:19.979" v="2828" actId="1076"/>
          <ac:spMkLst>
            <pc:docMk/>
            <pc:sldMk cId="727364193" sldId="283"/>
            <ac:spMk id="13" creationId="{9BD0F655-36CA-2C0B-4B34-B94EC6207576}"/>
          </ac:spMkLst>
        </pc:spChg>
        <pc:spChg chg="add mod">
          <ac:chgData name="darth kn" userId="9a487fc92cd96908" providerId="LiveId" clId="{DCE76C33-A390-4ACD-A8CB-750A38297E95}" dt="2026-06-09T02:31:34.837" v="2830" actId="14100"/>
          <ac:spMkLst>
            <pc:docMk/>
            <pc:sldMk cId="727364193" sldId="283"/>
            <ac:spMk id="15" creationId="{DC35EEED-8294-C33A-644A-40D2246BDBD5}"/>
          </ac:spMkLst>
        </pc:spChg>
        <pc:spChg chg="del mod">
          <ac:chgData name="darth kn" userId="9a487fc92cd96908" providerId="LiveId" clId="{DCE76C33-A390-4ACD-A8CB-750A38297E95}" dt="2026-06-08T02:45:08.763" v="986" actId="478"/>
          <ac:spMkLst>
            <pc:docMk/>
            <pc:sldMk cId="727364193" sldId="283"/>
            <ac:spMk id="26" creationId="{D1B1E083-D07C-4934-9782-F7CCA3539ACF}"/>
          </ac:spMkLst>
        </pc:spChg>
        <pc:spChg chg="del">
          <ac:chgData name="darth kn" userId="9a487fc92cd96908" providerId="LiveId" clId="{DCE76C33-A390-4ACD-A8CB-750A38297E95}" dt="2026-06-08T02:45:31.160" v="1000" actId="478"/>
          <ac:spMkLst>
            <pc:docMk/>
            <pc:sldMk cId="727364193" sldId="283"/>
            <ac:spMk id="27" creationId="{EBD06280-71F4-4832-A31C-772537FAE929}"/>
          </ac:spMkLst>
        </pc:spChg>
        <pc:spChg chg="del">
          <ac:chgData name="darth kn" userId="9a487fc92cd96908" providerId="LiveId" clId="{DCE76C33-A390-4ACD-A8CB-750A38297E95}" dt="2026-06-08T02:45:30.315" v="999" actId="478"/>
          <ac:spMkLst>
            <pc:docMk/>
            <pc:sldMk cId="727364193" sldId="283"/>
            <ac:spMk id="28" creationId="{C917D965-B5BB-41DC-BB5E-C27AF802DD50}"/>
          </ac:spMkLst>
        </pc:spChg>
        <pc:spChg chg="mod">
          <ac:chgData name="darth kn" userId="9a487fc92cd96908" providerId="LiveId" clId="{DCE76C33-A390-4ACD-A8CB-750A38297E95}" dt="2026-06-09T02:31:47.598" v="2831" actId="1076"/>
          <ac:spMkLst>
            <pc:docMk/>
            <pc:sldMk cId="727364193" sldId="283"/>
            <ac:spMk id="38" creationId="{5ECF613A-FCF5-4CC5-AA46-DABB088D7230}"/>
          </ac:spMkLst>
        </pc:spChg>
        <pc:spChg chg="del mod">
          <ac:chgData name="darth kn" userId="9a487fc92cd96908" providerId="LiveId" clId="{DCE76C33-A390-4ACD-A8CB-750A38297E95}" dt="2026-06-09T02:26:50.011" v="2725" actId="478"/>
          <ac:spMkLst>
            <pc:docMk/>
            <pc:sldMk cId="727364193" sldId="283"/>
            <ac:spMk id="40" creationId="{5842CE6B-862D-4B18-B10B-3436A7D24058}"/>
          </ac:spMkLst>
        </pc:spChg>
        <pc:spChg chg="mod">
          <ac:chgData name="darth kn" userId="9a487fc92cd96908" providerId="LiveId" clId="{DCE76C33-A390-4ACD-A8CB-750A38297E95}" dt="2026-06-09T02:31:55.197" v="2834" actId="1076"/>
          <ac:spMkLst>
            <pc:docMk/>
            <pc:sldMk cId="727364193" sldId="283"/>
            <ac:spMk id="41" creationId="{D130C0AE-B52E-4C65-A461-AD2F7D2362DE}"/>
          </ac:spMkLst>
        </pc:spChg>
        <pc:spChg chg="del">
          <ac:chgData name="darth kn" userId="9a487fc92cd96908" providerId="LiveId" clId="{DCE76C33-A390-4ACD-A8CB-750A38297E95}" dt="2026-06-08T02:47:36.440" v="1022" actId="478"/>
          <ac:spMkLst>
            <pc:docMk/>
            <pc:sldMk cId="727364193" sldId="283"/>
            <ac:spMk id="42" creationId="{6E783ACB-62DF-4DA3-9240-822BAEA78497}"/>
          </ac:spMkLst>
        </pc:spChg>
        <pc:spChg chg="mod">
          <ac:chgData name="darth kn" userId="9a487fc92cd96908" providerId="LiveId" clId="{DCE76C33-A390-4ACD-A8CB-750A38297E95}" dt="2026-06-09T02:31:49.991" v="2832" actId="1076"/>
          <ac:spMkLst>
            <pc:docMk/>
            <pc:sldMk cId="727364193" sldId="283"/>
            <ac:spMk id="43" creationId="{6173DD7D-A9F5-4D7E-A942-64AE3F48B264}"/>
          </ac:spMkLst>
        </pc:spChg>
        <pc:spChg chg="del mod">
          <ac:chgData name="darth kn" userId="9a487fc92cd96908" providerId="LiveId" clId="{DCE76C33-A390-4ACD-A8CB-750A38297E95}" dt="2026-06-09T02:26:47.483" v="2724" actId="478"/>
          <ac:spMkLst>
            <pc:docMk/>
            <pc:sldMk cId="727364193" sldId="283"/>
            <ac:spMk id="44" creationId="{95967C4C-72D9-469E-BB08-F31A36FBD11D}"/>
          </ac:spMkLst>
        </pc:spChg>
        <pc:spChg chg="mod">
          <ac:chgData name="darth kn" userId="9a487fc92cd96908" providerId="LiveId" clId="{DCE76C33-A390-4ACD-A8CB-750A38297E95}" dt="2026-06-09T02:31:53.310" v="2833" actId="1076"/>
          <ac:spMkLst>
            <pc:docMk/>
            <pc:sldMk cId="727364193" sldId="283"/>
            <ac:spMk id="45" creationId="{A2A2A928-93BB-46FE-9683-5A5BAADF87B3}"/>
          </ac:spMkLst>
        </pc:spChg>
        <pc:spChg chg="del mod">
          <ac:chgData name="darth kn" userId="9a487fc92cd96908" providerId="LiveId" clId="{DCE76C33-A390-4ACD-A8CB-750A38297E95}" dt="2026-06-08T02:47:40.321" v="1025"/>
          <ac:spMkLst>
            <pc:docMk/>
            <pc:sldMk cId="727364193" sldId="283"/>
            <ac:spMk id="46" creationId="{D84D1B01-F5DB-4D77-80D5-5CACEA0F7047}"/>
          </ac:spMkLst>
        </pc:spChg>
        <pc:picChg chg="add mod">
          <ac:chgData name="darth kn" userId="9a487fc92cd96908" providerId="LiveId" clId="{DCE76C33-A390-4ACD-A8CB-750A38297E95}" dt="2026-06-09T02:31:31.053" v="2829" actId="14100"/>
          <ac:picMkLst>
            <pc:docMk/>
            <pc:sldMk cId="727364193" sldId="283"/>
            <ac:picMk id="4" creationId="{D5A3EDC5-F2EB-343D-5D72-21815559FEE1}"/>
          </ac:picMkLst>
        </pc:picChg>
        <pc:picChg chg="add mod">
          <ac:chgData name="darth kn" userId="9a487fc92cd96908" providerId="LiveId" clId="{DCE76C33-A390-4ACD-A8CB-750A38297E95}" dt="2026-06-09T02:31:19.979" v="2828" actId="1076"/>
          <ac:picMkLst>
            <pc:docMk/>
            <pc:sldMk cId="727364193" sldId="283"/>
            <ac:picMk id="5" creationId="{FA5DA67C-F949-582F-4BC2-8C1DF6253AED}"/>
          </ac:picMkLst>
        </pc:picChg>
        <pc:picChg chg="add mod">
          <ac:chgData name="darth kn" userId="9a487fc92cd96908" providerId="LiveId" clId="{DCE76C33-A390-4ACD-A8CB-750A38297E95}" dt="2026-06-09T02:31:19.979" v="2828" actId="1076"/>
          <ac:picMkLst>
            <pc:docMk/>
            <pc:sldMk cId="727364193" sldId="283"/>
            <ac:picMk id="10" creationId="{32F9476B-E80C-36D2-8C13-B19BAE6B7C84}"/>
          </ac:picMkLst>
        </pc:picChg>
        <pc:cxnChg chg="del">
          <ac:chgData name="darth kn" userId="9a487fc92cd96908" providerId="LiveId" clId="{DCE76C33-A390-4ACD-A8CB-750A38297E95}" dt="2026-06-09T02:18:28.845" v="2502" actId="478"/>
          <ac:cxnSpMkLst>
            <pc:docMk/>
            <pc:sldMk cId="727364193" sldId="283"/>
            <ac:cxnSpMk id="9" creationId="{8CBC1BB2-55FC-4E8F-A171-32FAA820D2B7}"/>
          </ac:cxnSpMkLst>
        </pc:cxnChg>
        <pc:cxnChg chg="del">
          <ac:chgData name="darth kn" userId="9a487fc92cd96908" providerId="LiveId" clId="{DCE76C33-A390-4ACD-A8CB-750A38297E95}" dt="2026-06-09T02:18:28.159" v="2501" actId="478"/>
          <ac:cxnSpMkLst>
            <pc:docMk/>
            <pc:sldMk cId="727364193" sldId="283"/>
            <ac:cxnSpMk id="33" creationId="{B31A2EAE-EBE4-4CB7-9D0A-105837E80B0E}"/>
          </ac:cxnSpMkLst>
        </pc:cxnChg>
      </pc:sldChg>
      <pc:sldChg chg="delSp mod ord">
        <pc:chgData name="darth kn" userId="9a487fc92cd96908" providerId="LiveId" clId="{DCE76C33-A390-4ACD-A8CB-750A38297E95}" dt="2026-06-08T00:51:58.878" v="453"/>
        <pc:sldMkLst>
          <pc:docMk/>
          <pc:sldMk cId="1923038163" sldId="285"/>
        </pc:sldMkLst>
        <pc:picChg chg="del">
          <ac:chgData name="darth kn" userId="9a487fc92cd96908" providerId="LiveId" clId="{DCE76C33-A390-4ACD-A8CB-750A38297E95}" dt="2026-06-08T00:51:55.959" v="451" actId="478"/>
          <ac:picMkLst>
            <pc:docMk/>
            <pc:sldMk cId="1923038163" sldId="285"/>
            <ac:picMk id="6" creationId="{A86744F2-5246-4A0A-B119-35E7FB76A0D8}"/>
          </ac:picMkLst>
        </pc:picChg>
      </pc:sldChg>
      <pc:sldChg chg="del ord">
        <pc:chgData name="darth kn" userId="9a487fc92cd96908" providerId="LiveId" clId="{DCE76C33-A390-4ACD-A8CB-750A38297E95}" dt="2026-06-08T03:33:47.146" v="1090" actId="47"/>
        <pc:sldMkLst>
          <pc:docMk/>
          <pc:sldMk cId="2275478364" sldId="287"/>
        </pc:sldMkLst>
      </pc:sldChg>
      <pc:sldChg chg="addSp delSp modSp new mod">
        <pc:chgData name="darth kn" userId="9a487fc92cd96908" providerId="LiveId" clId="{DCE76C33-A390-4ACD-A8CB-750A38297E95}" dt="2026-06-08T03:30:56.771" v="1072" actId="1440"/>
        <pc:sldMkLst>
          <pc:docMk/>
          <pc:sldMk cId="3749911517" sldId="288"/>
        </pc:sldMkLst>
        <pc:spChg chg="add mod">
          <ac:chgData name="darth kn" userId="9a487fc92cd96908" providerId="LiveId" clId="{DCE76C33-A390-4ACD-A8CB-750A38297E95}" dt="2026-06-08T01:32:53.286" v="538" actId="1076"/>
          <ac:spMkLst>
            <pc:docMk/>
            <pc:sldMk cId="3749911517" sldId="288"/>
            <ac:spMk id="2" creationId="{CDA2BC18-6B0A-19BB-2F11-F05374139121}"/>
          </ac:spMkLst>
        </pc:spChg>
        <pc:spChg chg="add del mod">
          <ac:chgData name="darth kn" userId="9a487fc92cd96908" providerId="LiveId" clId="{DCE76C33-A390-4ACD-A8CB-750A38297E95}" dt="2026-06-08T01:31:04.773" v="490" actId="478"/>
          <ac:spMkLst>
            <pc:docMk/>
            <pc:sldMk cId="3749911517" sldId="288"/>
            <ac:spMk id="3" creationId="{955FC926-E58C-2E3B-7CAE-855FE1DD44D5}"/>
          </ac:spMkLst>
        </pc:spChg>
        <pc:spChg chg="mod">
          <ac:chgData name="darth kn" userId="9a487fc92cd96908" providerId="LiveId" clId="{DCE76C33-A390-4ACD-A8CB-750A38297E95}" dt="2026-06-08T01:33:30.052" v="540" actId="1076"/>
          <ac:spMkLst>
            <pc:docMk/>
            <pc:sldMk cId="3749911517" sldId="288"/>
            <ac:spMk id="4" creationId="{82ACA66C-E302-09F9-3DF5-3BA664A1C1BA}"/>
          </ac:spMkLst>
        </pc:spChg>
        <pc:spChg chg="mod">
          <ac:chgData name="darth kn" userId="9a487fc92cd96908" providerId="LiveId" clId="{DCE76C33-A390-4ACD-A8CB-750A38297E95}" dt="2026-06-08T01:32:17.477" v="515" actId="1076"/>
          <ac:spMkLst>
            <pc:docMk/>
            <pc:sldMk cId="3749911517" sldId="288"/>
            <ac:spMk id="5" creationId="{668D67ED-D966-3DF0-EBCC-641D8927C996}"/>
          </ac:spMkLst>
        </pc:spChg>
        <pc:spChg chg="add del mod">
          <ac:chgData name="darth kn" userId="9a487fc92cd96908" providerId="LiveId" clId="{DCE76C33-A390-4ACD-A8CB-750A38297E95}" dt="2026-06-08T01:31:10.084" v="494" actId="478"/>
          <ac:spMkLst>
            <pc:docMk/>
            <pc:sldMk cId="3749911517" sldId="288"/>
            <ac:spMk id="6" creationId="{95164CAD-1827-9DA2-4E9A-92588E01BB39}"/>
          </ac:spMkLst>
        </pc:spChg>
        <pc:spChg chg="add mod">
          <ac:chgData name="darth kn" userId="9a487fc92cd96908" providerId="LiveId" clId="{DCE76C33-A390-4ACD-A8CB-750A38297E95}" dt="2026-06-08T01:32:53.286" v="538" actId="1076"/>
          <ac:spMkLst>
            <pc:docMk/>
            <pc:sldMk cId="3749911517" sldId="288"/>
            <ac:spMk id="7" creationId="{59284B81-7DEE-5C5F-B80A-ABB3D6C86E48}"/>
          </ac:spMkLst>
        </pc:spChg>
        <pc:spChg chg="add del mod">
          <ac:chgData name="darth kn" userId="9a487fc92cd96908" providerId="LiveId" clId="{DCE76C33-A390-4ACD-A8CB-750A38297E95}" dt="2026-06-08T01:31:09.428" v="493" actId="478"/>
          <ac:spMkLst>
            <pc:docMk/>
            <pc:sldMk cId="3749911517" sldId="288"/>
            <ac:spMk id="8" creationId="{13B667CF-4BC1-02B0-2939-B016C378B1EB}"/>
          </ac:spMkLst>
        </pc:spChg>
        <pc:spChg chg="add mod">
          <ac:chgData name="darth kn" userId="9a487fc92cd96908" providerId="LiveId" clId="{DCE76C33-A390-4ACD-A8CB-750A38297E95}" dt="2026-06-08T01:33:30.052" v="540" actId="1076"/>
          <ac:spMkLst>
            <pc:docMk/>
            <pc:sldMk cId="3749911517" sldId="288"/>
            <ac:spMk id="9" creationId="{39ACDD95-ED08-B01F-7038-EB3DC900620C}"/>
          </ac:spMkLst>
        </pc:spChg>
        <pc:spChg chg="add del mod">
          <ac:chgData name="darth kn" userId="9a487fc92cd96908" providerId="LiveId" clId="{DCE76C33-A390-4ACD-A8CB-750A38297E95}" dt="2026-06-08T02:56:19.109" v="1067" actId="14100"/>
          <ac:spMkLst>
            <pc:docMk/>
            <pc:sldMk cId="3749911517" sldId="288"/>
            <ac:spMk id="10" creationId="{A6422E6D-C695-7AD9-841C-28E996F85D7D}"/>
          </ac:spMkLst>
        </pc:spChg>
        <pc:spChg chg="del">
          <ac:chgData name="darth kn" userId="9a487fc92cd96908" providerId="LiveId" clId="{DCE76C33-A390-4ACD-A8CB-750A38297E95}" dt="2026-06-08T01:31:11.380" v="495" actId="478"/>
          <ac:spMkLst>
            <pc:docMk/>
            <pc:sldMk cId="3749911517" sldId="288"/>
            <ac:spMk id="11" creationId="{55847CD3-E6B2-AB48-F243-AAB618A7CA8E}"/>
          </ac:spMkLst>
        </pc:spChg>
        <pc:spChg chg="add mod">
          <ac:chgData name="darth kn" userId="9a487fc92cd96908" providerId="LiveId" clId="{DCE76C33-A390-4ACD-A8CB-750A38297E95}" dt="2026-06-08T01:33:30.052" v="540" actId="1076"/>
          <ac:spMkLst>
            <pc:docMk/>
            <pc:sldMk cId="3749911517" sldId="288"/>
            <ac:spMk id="12" creationId="{2A951472-0B29-E072-521D-2DF000955E6A}"/>
          </ac:spMkLst>
        </pc:spChg>
        <pc:spChg chg="add mod">
          <ac:chgData name="darth kn" userId="9a487fc92cd96908" providerId="LiveId" clId="{DCE76C33-A390-4ACD-A8CB-750A38297E95}" dt="2026-06-08T01:32:53.286" v="538" actId="1076"/>
          <ac:spMkLst>
            <pc:docMk/>
            <pc:sldMk cId="3749911517" sldId="288"/>
            <ac:spMk id="13" creationId="{716B43BE-47A8-E7F6-1F9A-C282BC46DEBC}"/>
          </ac:spMkLst>
        </pc:spChg>
        <pc:spChg chg="add del mod">
          <ac:chgData name="darth kn" userId="9a487fc92cd96908" providerId="LiveId" clId="{DCE76C33-A390-4ACD-A8CB-750A38297E95}" dt="2026-06-08T01:31:07.428" v="492" actId="478"/>
          <ac:spMkLst>
            <pc:docMk/>
            <pc:sldMk cId="3749911517" sldId="288"/>
            <ac:spMk id="14" creationId="{A158C909-4B9D-1A81-0E28-C010F94D7697}"/>
          </ac:spMkLst>
        </pc:spChg>
        <pc:spChg chg="add mod">
          <ac:chgData name="darth kn" userId="9a487fc92cd96908" providerId="LiveId" clId="{DCE76C33-A390-4ACD-A8CB-750A38297E95}" dt="2026-06-08T01:39:59.845" v="541" actId="20577"/>
          <ac:spMkLst>
            <pc:docMk/>
            <pc:sldMk cId="3749911517" sldId="288"/>
            <ac:spMk id="18" creationId="{03DB2A3A-565B-BBE2-91DB-03A7E5EC3050}"/>
          </ac:spMkLst>
        </pc:spChg>
        <pc:picChg chg="add mod">
          <ac:chgData name="darth kn" userId="9a487fc92cd96908" providerId="LiveId" clId="{DCE76C33-A390-4ACD-A8CB-750A38297E95}" dt="2026-06-08T03:30:56.771" v="1072" actId="1440"/>
          <ac:picMkLst>
            <pc:docMk/>
            <pc:sldMk cId="3749911517" sldId="288"/>
            <ac:picMk id="20" creationId="{8530EFDC-4250-D1E1-1453-77637CEDEBCB}"/>
          </ac:picMkLst>
        </pc:picChg>
        <pc:cxnChg chg="add mod">
          <ac:chgData name="darth kn" userId="9a487fc92cd96908" providerId="LiveId" clId="{DCE76C33-A390-4ACD-A8CB-750A38297E95}" dt="2026-06-08T00:46:04.939" v="352"/>
          <ac:cxnSpMkLst>
            <pc:docMk/>
            <pc:sldMk cId="3749911517" sldId="288"/>
            <ac:cxnSpMk id="15" creationId="{1381D6FE-DF86-2936-BE51-428EAC101800}"/>
          </ac:cxnSpMkLst>
        </pc:cxnChg>
        <pc:cxnChg chg="add del mod">
          <ac:chgData name="darth kn" userId="9a487fc92cd96908" providerId="LiveId" clId="{DCE76C33-A390-4ACD-A8CB-750A38297E95}" dt="2026-06-08T00:46:21.829" v="356" actId="478"/>
          <ac:cxnSpMkLst>
            <pc:docMk/>
            <pc:sldMk cId="3749911517" sldId="288"/>
            <ac:cxnSpMk id="16" creationId="{D5E307E5-DA86-7B59-6214-0470E668E43B}"/>
          </ac:cxnSpMkLst>
        </pc:cxnChg>
        <pc:cxnChg chg="add mod">
          <ac:chgData name="darth kn" userId="9a487fc92cd96908" providerId="LiveId" clId="{DCE76C33-A390-4ACD-A8CB-750A38297E95}" dt="2026-06-08T00:46:28.344" v="357"/>
          <ac:cxnSpMkLst>
            <pc:docMk/>
            <pc:sldMk cId="3749911517" sldId="288"/>
            <ac:cxnSpMk id="17" creationId="{CB224388-031C-17C9-81A5-89FE835F3D6A}"/>
          </ac:cxnSpMkLst>
        </pc:cxnChg>
      </pc:sldChg>
      <pc:sldChg chg="addSp delSp modSp add mod">
        <pc:chgData name="darth kn" userId="9a487fc92cd96908" providerId="LiveId" clId="{DCE76C33-A390-4ACD-A8CB-750A38297E95}" dt="2026-06-08T04:35:47.560" v="1658" actId="1076"/>
        <pc:sldMkLst>
          <pc:docMk/>
          <pc:sldMk cId="3899152546" sldId="289"/>
        </pc:sldMkLst>
        <pc:spChg chg="mod">
          <ac:chgData name="darth kn" userId="9a487fc92cd96908" providerId="LiveId" clId="{DCE76C33-A390-4ACD-A8CB-750A38297E95}" dt="2026-06-08T02:36:06.315" v="736" actId="1076"/>
          <ac:spMkLst>
            <pc:docMk/>
            <pc:sldMk cId="3899152546" sldId="289"/>
            <ac:spMk id="11" creationId="{17343669-0210-0E36-4F1F-0567A28E0C4F}"/>
          </ac:spMkLst>
        </pc:spChg>
        <pc:spChg chg="del">
          <ac:chgData name="darth kn" userId="9a487fc92cd96908" providerId="LiveId" clId="{DCE76C33-A390-4ACD-A8CB-750A38297E95}" dt="2026-06-08T02:36:12.486" v="737" actId="478"/>
          <ac:spMkLst>
            <pc:docMk/>
            <pc:sldMk cId="3899152546" sldId="289"/>
            <ac:spMk id="49" creationId="{671E73C0-EC88-81BD-128E-8F4434F24D52}"/>
          </ac:spMkLst>
        </pc:spChg>
        <pc:spChg chg="mod">
          <ac:chgData name="darth kn" userId="9a487fc92cd96908" providerId="LiveId" clId="{DCE76C33-A390-4ACD-A8CB-750A38297E95}" dt="2026-06-08T02:31:11.329" v="637" actId="1076"/>
          <ac:spMkLst>
            <pc:docMk/>
            <pc:sldMk cId="3899152546" sldId="289"/>
            <ac:spMk id="148" creationId="{FEE54793-731B-FD49-2203-5113FE3AFD3E}"/>
          </ac:spMkLst>
        </pc:spChg>
        <pc:spChg chg="del">
          <ac:chgData name="darth kn" userId="9a487fc92cd96908" providerId="LiveId" clId="{DCE76C33-A390-4ACD-A8CB-750A38297E95}" dt="2026-06-08T02:31:25.913" v="639" actId="478"/>
          <ac:spMkLst>
            <pc:docMk/>
            <pc:sldMk cId="3899152546" sldId="289"/>
            <ac:spMk id="150" creationId="{2D59A95E-5004-7932-C692-4CAFAE7AC86D}"/>
          </ac:spMkLst>
        </pc:spChg>
        <pc:grpChg chg="del">
          <ac:chgData name="darth kn" userId="9a487fc92cd96908" providerId="LiveId" clId="{DCE76C33-A390-4ACD-A8CB-750A38297E95}" dt="2026-06-08T02:36:12.486" v="737" actId="478"/>
          <ac:grpSpMkLst>
            <pc:docMk/>
            <pc:sldMk cId="3899152546" sldId="289"/>
            <ac:grpSpMk id="50" creationId="{0BCC33D8-0A65-B5CC-BB5C-617D33C82C8C}"/>
          </ac:grpSpMkLst>
        </pc:grpChg>
        <pc:grpChg chg="del">
          <ac:chgData name="darth kn" userId="9a487fc92cd96908" providerId="LiveId" clId="{DCE76C33-A390-4ACD-A8CB-750A38297E95}" dt="2026-06-08T02:36:12.486" v="737" actId="478"/>
          <ac:grpSpMkLst>
            <pc:docMk/>
            <pc:sldMk cId="3899152546" sldId="289"/>
            <ac:grpSpMk id="82" creationId="{B4189FAC-E0C7-3A1A-8B85-441C4DE183EC}"/>
          </ac:grpSpMkLst>
        </pc:grpChg>
        <pc:grpChg chg="del">
          <ac:chgData name="darth kn" userId="9a487fc92cd96908" providerId="LiveId" clId="{DCE76C33-A390-4ACD-A8CB-750A38297E95}" dt="2026-06-08T02:36:12.486" v="737" actId="478"/>
          <ac:grpSpMkLst>
            <pc:docMk/>
            <pc:sldMk cId="3899152546" sldId="289"/>
            <ac:grpSpMk id="85" creationId="{AEE5AD9C-1255-6F5D-44F6-0C4358B57111}"/>
          </ac:grpSpMkLst>
        </pc:grpChg>
        <pc:grpChg chg="del">
          <ac:chgData name="darth kn" userId="9a487fc92cd96908" providerId="LiveId" clId="{DCE76C33-A390-4ACD-A8CB-750A38297E95}" dt="2026-06-08T02:36:12.486" v="737" actId="478"/>
          <ac:grpSpMkLst>
            <pc:docMk/>
            <pc:sldMk cId="3899152546" sldId="289"/>
            <ac:grpSpMk id="92" creationId="{8DF28005-D613-8DA7-82B4-0FDA93834263}"/>
          </ac:grpSpMkLst>
        </pc:grpChg>
        <pc:grpChg chg="del">
          <ac:chgData name="darth kn" userId="9a487fc92cd96908" providerId="LiveId" clId="{DCE76C33-A390-4ACD-A8CB-750A38297E95}" dt="2026-06-08T02:36:12.486" v="737" actId="478"/>
          <ac:grpSpMkLst>
            <pc:docMk/>
            <pc:sldMk cId="3899152546" sldId="289"/>
            <ac:grpSpMk id="101" creationId="{2DD8B02F-9D2D-0183-8694-A4932CA41F07}"/>
          </ac:grpSpMkLst>
        </pc:grpChg>
        <pc:grpChg chg="del">
          <ac:chgData name="darth kn" userId="9a487fc92cd96908" providerId="LiveId" clId="{DCE76C33-A390-4ACD-A8CB-750A38297E95}" dt="2026-06-08T02:36:12.486" v="737" actId="478"/>
          <ac:grpSpMkLst>
            <pc:docMk/>
            <pc:sldMk cId="3899152546" sldId="289"/>
            <ac:grpSpMk id="106" creationId="{554FD6C4-1739-255D-DB03-871BFF443D16}"/>
          </ac:grpSpMkLst>
        </pc:grpChg>
        <pc:grpChg chg="del">
          <ac:chgData name="darth kn" userId="9a487fc92cd96908" providerId="LiveId" clId="{DCE76C33-A390-4ACD-A8CB-750A38297E95}" dt="2026-06-08T02:36:12.486" v="737" actId="478"/>
          <ac:grpSpMkLst>
            <pc:docMk/>
            <pc:sldMk cId="3899152546" sldId="289"/>
            <ac:grpSpMk id="111" creationId="{AE1F340D-045F-9B51-6375-9136E931BB0E}"/>
          </ac:grpSpMkLst>
        </pc:grpChg>
        <pc:grpChg chg="del">
          <ac:chgData name="darth kn" userId="9a487fc92cd96908" providerId="LiveId" clId="{DCE76C33-A390-4ACD-A8CB-750A38297E95}" dt="2026-06-08T02:36:12.486" v="737" actId="478"/>
          <ac:grpSpMkLst>
            <pc:docMk/>
            <pc:sldMk cId="3899152546" sldId="289"/>
            <ac:grpSpMk id="118" creationId="{51C51E35-618E-81DE-83F7-6005E8B57C40}"/>
          </ac:grpSpMkLst>
        </pc:grpChg>
        <pc:grpChg chg="del">
          <ac:chgData name="darth kn" userId="9a487fc92cd96908" providerId="LiveId" clId="{DCE76C33-A390-4ACD-A8CB-750A38297E95}" dt="2026-06-08T02:36:12.486" v="737" actId="478"/>
          <ac:grpSpMkLst>
            <pc:docMk/>
            <pc:sldMk cId="3899152546" sldId="289"/>
            <ac:grpSpMk id="128" creationId="{A5E8EB30-2A9C-B7D2-09DB-B03073EB20E9}"/>
          </ac:grpSpMkLst>
        </pc:grpChg>
        <pc:picChg chg="add mod">
          <ac:chgData name="darth kn" userId="9a487fc92cd96908" providerId="LiveId" clId="{DCE76C33-A390-4ACD-A8CB-750A38297E95}" dt="2026-06-08T04:35:47.560" v="1658" actId="1076"/>
          <ac:picMkLst>
            <pc:docMk/>
            <pc:sldMk cId="3899152546" sldId="289"/>
            <ac:picMk id="3" creationId="{D9140703-6073-C013-B4CA-7A768905C516}"/>
          </ac:picMkLst>
        </pc:picChg>
        <pc:picChg chg="add del mod">
          <ac:chgData name="darth kn" userId="9a487fc92cd96908" providerId="LiveId" clId="{DCE76C33-A390-4ACD-A8CB-750A38297E95}" dt="2026-06-08T04:35:22.417" v="1653" actId="478"/>
          <ac:picMkLst>
            <pc:docMk/>
            <pc:sldMk cId="3899152546" sldId="289"/>
            <ac:picMk id="7" creationId="{BF225628-4576-B002-3351-303C888E86AE}"/>
          </ac:picMkLst>
        </pc:picChg>
        <pc:picChg chg="add mod">
          <ac:chgData name="darth kn" userId="9a487fc92cd96908" providerId="LiveId" clId="{DCE76C33-A390-4ACD-A8CB-750A38297E95}" dt="2026-06-08T04:35:32.993" v="1655" actId="1076"/>
          <ac:picMkLst>
            <pc:docMk/>
            <pc:sldMk cId="3899152546" sldId="289"/>
            <ac:picMk id="10" creationId="{2FAE5512-2BB6-6479-A340-55DE6AEE016E}"/>
          </ac:picMkLst>
        </pc:picChg>
        <pc:picChg chg="add mod">
          <ac:chgData name="darth kn" userId="9a487fc92cd96908" providerId="LiveId" clId="{DCE76C33-A390-4ACD-A8CB-750A38297E95}" dt="2026-06-08T04:35:38.537" v="1656" actId="1076"/>
          <ac:picMkLst>
            <pc:docMk/>
            <pc:sldMk cId="3899152546" sldId="289"/>
            <ac:picMk id="13" creationId="{57FE1517-8E9B-84CB-9D98-E8E75C409C6E}"/>
          </ac:picMkLst>
        </pc:picChg>
        <pc:picChg chg="add mod">
          <ac:chgData name="darth kn" userId="9a487fc92cd96908" providerId="LiveId" clId="{DCE76C33-A390-4ACD-A8CB-750A38297E95}" dt="2026-06-08T04:35:44.057" v="1657" actId="1076"/>
          <ac:picMkLst>
            <pc:docMk/>
            <pc:sldMk cId="3899152546" sldId="289"/>
            <ac:picMk id="16" creationId="{4C88915C-0FCE-C177-2843-2BDEE17AA8A9}"/>
          </ac:picMkLst>
        </pc:picChg>
        <pc:cxnChg chg="del">
          <ac:chgData name="darth kn" userId="9a487fc92cd96908" providerId="LiveId" clId="{DCE76C33-A390-4ACD-A8CB-750A38297E95}" dt="2026-06-08T02:31:24.119" v="638" actId="478"/>
          <ac:cxnSpMkLst>
            <pc:docMk/>
            <pc:sldMk cId="3899152546" sldId="289"/>
            <ac:cxnSpMk id="149" creationId="{CD42926D-E86C-61F0-C956-F62F2FDBDB76}"/>
          </ac:cxnSpMkLst>
        </pc:cxnChg>
      </pc:sldChg>
      <pc:sldChg chg="addSp delSp modSp add mod ord">
        <pc:chgData name="darth kn" userId="9a487fc92cd96908" providerId="LiveId" clId="{DCE76C33-A390-4ACD-A8CB-750A38297E95}" dt="2026-06-09T02:36:13.666" v="2854" actId="1076"/>
        <pc:sldMkLst>
          <pc:docMk/>
          <pc:sldMk cId="2994937807" sldId="290"/>
        </pc:sldMkLst>
        <pc:spChg chg="mod">
          <ac:chgData name="darth kn" userId="9a487fc92cd96908" providerId="LiveId" clId="{DCE76C33-A390-4ACD-A8CB-750A38297E95}" dt="2026-06-08T01:40:53.156" v="563" actId="20577"/>
          <ac:spMkLst>
            <pc:docMk/>
            <pc:sldMk cId="2994937807" sldId="290"/>
            <ac:spMk id="11" creationId="{250CF988-3F41-C5D4-29A6-1109D2D62EAE}"/>
          </ac:spMkLst>
        </pc:spChg>
        <pc:spChg chg="mod">
          <ac:chgData name="darth kn" userId="9a487fc92cd96908" providerId="LiveId" clId="{DCE76C33-A390-4ACD-A8CB-750A38297E95}" dt="2026-06-08T23:41:08.576" v="1704" actId="1076"/>
          <ac:spMkLst>
            <pc:docMk/>
            <pc:sldMk cId="2994937807" sldId="290"/>
            <ac:spMk id="148" creationId="{89136E8E-D5D4-385B-7F9A-90F9D4806AE3}"/>
          </ac:spMkLst>
        </pc:spChg>
        <pc:spChg chg="del">
          <ac:chgData name="darth kn" userId="9a487fc92cd96908" providerId="LiveId" clId="{DCE76C33-A390-4ACD-A8CB-750A38297E95}" dt="2026-06-08T02:39:44.482" v="839" actId="478"/>
          <ac:spMkLst>
            <pc:docMk/>
            <pc:sldMk cId="2994937807" sldId="290"/>
            <ac:spMk id="150" creationId="{01297A4D-05E6-69CD-F64D-5B7DA8FC9F77}"/>
          </ac:spMkLst>
        </pc:spChg>
        <pc:grpChg chg="del">
          <ac:chgData name="darth kn" userId="9a487fc92cd96908" providerId="LiveId" clId="{DCE76C33-A390-4ACD-A8CB-750A38297E95}" dt="2026-06-08T02:35:18.329" v="726" actId="478"/>
          <ac:grpSpMkLst>
            <pc:docMk/>
            <pc:sldMk cId="2994937807" sldId="290"/>
            <ac:grpSpMk id="92" creationId="{54030C6D-D96A-D184-1785-36A562BF9111}"/>
          </ac:grpSpMkLst>
        </pc:grpChg>
        <pc:grpChg chg="del">
          <ac:chgData name="darth kn" userId="9a487fc92cd96908" providerId="LiveId" clId="{DCE76C33-A390-4ACD-A8CB-750A38297E95}" dt="2026-06-08T02:35:18.329" v="726" actId="478"/>
          <ac:grpSpMkLst>
            <pc:docMk/>
            <pc:sldMk cId="2994937807" sldId="290"/>
            <ac:grpSpMk id="101" creationId="{2933F204-1136-F777-264E-78A7AA55785E}"/>
          </ac:grpSpMkLst>
        </pc:grpChg>
        <pc:grpChg chg="del">
          <ac:chgData name="darth kn" userId="9a487fc92cd96908" providerId="LiveId" clId="{DCE76C33-A390-4ACD-A8CB-750A38297E95}" dt="2026-06-08T02:35:18.329" v="726" actId="478"/>
          <ac:grpSpMkLst>
            <pc:docMk/>
            <pc:sldMk cId="2994937807" sldId="290"/>
            <ac:grpSpMk id="106" creationId="{402D8515-BC87-9C9E-E0B2-83947D99B210}"/>
          </ac:grpSpMkLst>
        </pc:grpChg>
        <pc:grpChg chg="del">
          <ac:chgData name="darth kn" userId="9a487fc92cd96908" providerId="LiveId" clId="{DCE76C33-A390-4ACD-A8CB-750A38297E95}" dt="2026-06-08T02:35:18.329" v="726" actId="478"/>
          <ac:grpSpMkLst>
            <pc:docMk/>
            <pc:sldMk cId="2994937807" sldId="290"/>
            <ac:grpSpMk id="111" creationId="{9117C883-E273-5676-F155-5DC13B2E665C}"/>
          </ac:grpSpMkLst>
        </pc:grpChg>
        <pc:grpChg chg="del">
          <ac:chgData name="darth kn" userId="9a487fc92cd96908" providerId="LiveId" clId="{DCE76C33-A390-4ACD-A8CB-750A38297E95}" dt="2026-06-08T02:35:18.329" v="726" actId="478"/>
          <ac:grpSpMkLst>
            <pc:docMk/>
            <pc:sldMk cId="2994937807" sldId="290"/>
            <ac:grpSpMk id="118" creationId="{BCD49770-8320-4ED8-A69D-78CEB54005C4}"/>
          </ac:grpSpMkLst>
        </pc:grpChg>
        <pc:grpChg chg="del">
          <ac:chgData name="darth kn" userId="9a487fc92cd96908" providerId="LiveId" clId="{DCE76C33-A390-4ACD-A8CB-750A38297E95}" dt="2026-06-08T02:35:18.329" v="726" actId="478"/>
          <ac:grpSpMkLst>
            <pc:docMk/>
            <pc:sldMk cId="2994937807" sldId="290"/>
            <ac:grpSpMk id="128" creationId="{CFE2A17D-77BC-D7A6-EB36-4BE2F6B45F06}"/>
          </ac:grpSpMkLst>
        </pc:grpChg>
        <pc:picChg chg="add mod">
          <ac:chgData name="darth kn" userId="9a487fc92cd96908" providerId="LiveId" clId="{DCE76C33-A390-4ACD-A8CB-750A38297E95}" dt="2026-06-09T02:36:13.666" v="2854" actId="1076"/>
          <ac:picMkLst>
            <pc:docMk/>
            <pc:sldMk cId="2994937807" sldId="290"/>
            <ac:picMk id="3" creationId="{065DE1F4-E394-216D-9AA1-BB24FEE732DA}"/>
          </ac:picMkLst>
        </pc:picChg>
        <pc:picChg chg="add del mod">
          <ac:chgData name="darth kn" userId="9a487fc92cd96908" providerId="LiveId" clId="{DCE76C33-A390-4ACD-A8CB-750A38297E95}" dt="2026-06-08T23:50:37.274" v="1748" actId="21"/>
          <ac:picMkLst>
            <pc:docMk/>
            <pc:sldMk cId="2994937807" sldId="290"/>
            <ac:picMk id="3" creationId="{4431891C-4216-4E1B-663C-07B8401D8213}"/>
          </ac:picMkLst>
        </pc:picChg>
        <pc:picChg chg="add mod">
          <ac:chgData name="darth kn" userId="9a487fc92cd96908" providerId="LiveId" clId="{DCE76C33-A390-4ACD-A8CB-750A38297E95}" dt="2026-06-08T23:41:25.747" v="1709" actId="1440"/>
          <ac:picMkLst>
            <pc:docMk/>
            <pc:sldMk cId="2994937807" sldId="290"/>
            <ac:picMk id="7" creationId="{1F428DAF-7C7C-8AA8-9FAE-5C8E1E87944A}"/>
          </ac:picMkLst>
        </pc:picChg>
        <pc:cxnChg chg="del">
          <ac:chgData name="darth kn" userId="9a487fc92cd96908" providerId="LiveId" clId="{DCE76C33-A390-4ACD-A8CB-750A38297E95}" dt="2026-06-08T02:39:42.712" v="838" actId="478"/>
          <ac:cxnSpMkLst>
            <pc:docMk/>
            <pc:sldMk cId="2994937807" sldId="290"/>
            <ac:cxnSpMk id="149" creationId="{B67A6CE4-76B1-36A8-D10F-0BD39C0E528F}"/>
          </ac:cxnSpMkLst>
        </pc:cxnChg>
      </pc:sldChg>
      <pc:sldChg chg="addSp delSp modSp add mod ord">
        <pc:chgData name="darth kn" userId="9a487fc92cd96908" providerId="LiveId" clId="{DCE76C33-A390-4ACD-A8CB-750A38297E95}" dt="2026-06-09T02:35:18.477" v="2849" actId="1076"/>
        <pc:sldMkLst>
          <pc:docMk/>
          <pc:sldMk cId="3723211177" sldId="291"/>
        </pc:sldMkLst>
        <pc:spChg chg="mod">
          <ac:chgData name="darth kn" userId="9a487fc92cd96908" providerId="LiveId" clId="{DCE76C33-A390-4ACD-A8CB-750A38297E95}" dt="2026-06-08T01:42:33.636" v="594" actId="20577"/>
          <ac:spMkLst>
            <pc:docMk/>
            <pc:sldMk cId="3723211177" sldId="291"/>
            <ac:spMk id="11" creationId="{98A78915-0D52-B087-A830-A08694E35CCF}"/>
          </ac:spMkLst>
        </pc:spChg>
        <pc:spChg chg="del">
          <ac:chgData name="darth kn" userId="9a487fc92cd96908" providerId="LiveId" clId="{DCE76C33-A390-4ACD-A8CB-750A38297E95}" dt="2026-06-08T02:35:42.360" v="728" actId="478"/>
          <ac:spMkLst>
            <pc:docMk/>
            <pc:sldMk cId="3723211177" sldId="291"/>
            <ac:spMk id="49" creationId="{067B9763-FFA4-CBBB-80F3-29F2C69B4950}"/>
          </ac:spMkLst>
        </pc:spChg>
        <pc:spChg chg="mod">
          <ac:chgData name="darth kn" userId="9a487fc92cd96908" providerId="LiveId" clId="{DCE76C33-A390-4ACD-A8CB-750A38297E95}" dt="2026-06-08T02:35:14.376" v="724" actId="1076"/>
          <ac:spMkLst>
            <pc:docMk/>
            <pc:sldMk cId="3723211177" sldId="291"/>
            <ac:spMk id="96" creationId="{D7D2BD7A-906F-E17C-B686-789CB9E6E5AC}"/>
          </ac:spMkLst>
        </pc:spChg>
        <pc:spChg chg="mod">
          <ac:chgData name="darth kn" userId="9a487fc92cd96908" providerId="LiveId" clId="{DCE76C33-A390-4ACD-A8CB-750A38297E95}" dt="2026-06-08T02:35:14.376" v="724" actId="1076"/>
          <ac:spMkLst>
            <pc:docMk/>
            <pc:sldMk cId="3723211177" sldId="291"/>
            <ac:spMk id="98" creationId="{8CFFC6DD-8952-FE2E-265D-F888122490A9}"/>
          </ac:spMkLst>
        </pc:spChg>
        <pc:spChg chg="mod">
          <ac:chgData name="darth kn" userId="9a487fc92cd96908" providerId="LiveId" clId="{DCE76C33-A390-4ACD-A8CB-750A38297E95}" dt="2026-06-08T02:35:14.376" v="724" actId="1076"/>
          <ac:spMkLst>
            <pc:docMk/>
            <pc:sldMk cId="3723211177" sldId="291"/>
            <ac:spMk id="104" creationId="{2127A826-2751-3FA5-1348-B6257766633C}"/>
          </ac:spMkLst>
        </pc:spChg>
        <pc:spChg chg="mod">
          <ac:chgData name="darth kn" userId="9a487fc92cd96908" providerId="LiveId" clId="{DCE76C33-A390-4ACD-A8CB-750A38297E95}" dt="2026-06-08T02:35:14.376" v="724" actId="1076"/>
          <ac:spMkLst>
            <pc:docMk/>
            <pc:sldMk cId="3723211177" sldId="291"/>
            <ac:spMk id="110" creationId="{D65BE89C-5379-E779-EFE6-8ABAEC73ABBE}"/>
          </ac:spMkLst>
        </pc:spChg>
        <pc:spChg chg="mod">
          <ac:chgData name="darth kn" userId="9a487fc92cd96908" providerId="LiveId" clId="{DCE76C33-A390-4ACD-A8CB-750A38297E95}" dt="2026-06-08T02:35:14.376" v="724" actId="1076"/>
          <ac:spMkLst>
            <pc:docMk/>
            <pc:sldMk cId="3723211177" sldId="291"/>
            <ac:spMk id="112" creationId="{F73FF3DF-9226-9C7B-2066-5EFF191CBE7D}"/>
          </ac:spMkLst>
        </pc:spChg>
        <pc:spChg chg="mod">
          <ac:chgData name="darth kn" userId="9a487fc92cd96908" providerId="LiveId" clId="{DCE76C33-A390-4ACD-A8CB-750A38297E95}" dt="2026-06-08T02:35:14.376" v="724" actId="1076"/>
          <ac:spMkLst>
            <pc:docMk/>
            <pc:sldMk cId="3723211177" sldId="291"/>
            <ac:spMk id="113" creationId="{E9931B81-531A-BE16-81EC-2477772B223C}"/>
          </ac:spMkLst>
        </pc:spChg>
        <pc:spChg chg="mod">
          <ac:chgData name="darth kn" userId="9a487fc92cd96908" providerId="LiveId" clId="{DCE76C33-A390-4ACD-A8CB-750A38297E95}" dt="2026-06-08T02:35:14.376" v="724" actId="1076"/>
          <ac:spMkLst>
            <pc:docMk/>
            <pc:sldMk cId="3723211177" sldId="291"/>
            <ac:spMk id="114" creationId="{571A4997-948C-E4A0-515E-64E5FA7EDD30}"/>
          </ac:spMkLst>
        </pc:spChg>
        <pc:spChg chg="mod">
          <ac:chgData name="darth kn" userId="9a487fc92cd96908" providerId="LiveId" clId="{DCE76C33-A390-4ACD-A8CB-750A38297E95}" dt="2026-06-08T02:35:14.376" v="724" actId="1076"/>
          <ac:spMkLst>
            <pc:docMk/>
            <pc:sldMk cId="3723211177" sldId="291"/>
            <ac:spMk id="121" creationId="{3F05503F-3618-838E-8267-2480B8E3AE90}"/>
          </ac:spMkLst>
        </pc:spChg>
        <pc:spChg chg="mod">
          <ac:chgData name="darth kn" userId="9a487fc92cd96908" providerId="LiveId" clId="{DCE76C33-A390-4ACD-A8CB-750A38297E95}" dt="2026-06-08T02:35:14.376" v="724" actId="1076"/>
          <ac:spMkLst>
            <pc:docMk/>
            <pc:sldMk cId="3723211177" sldId="291"/>
            <ac:spMk id="122" creationId="{9B54305E-5309-343C-6F66-7751183735CE}"/>
          </ac:spMkLst>
        </pc:spChg>
        <pc:spChg chg="mod">
          <ac:chgData name="darth kn" userId="9a487fc92cd96908" providerId="LiveId" clId="{DCE76C33-A390-4ACD-A8CB-750A38297E95}" dt="2026-06-08T02:35:14.376" v="724" actId="1076"/>
          <ac:spMkLst>
            <pc:docMk/>
            <pc:sldMk cId="3723211177" sldId="291"/>
            <ac:spMk id="130" creationId="{FD0E028E-C2E1-1D02-44DC-44FEFAF1C367}"/>
          </ac:spMkLst>
        </pc:spChg>
        <pc:spChg chg="mod">
          <ac:chgData name="darth kn" userId="9a487fc92cd96908" providerId="LiveId" clId="{DCE76C33-A390-4ACD-A8CB-750A38297E95}" dt="2026-06-08T02:39:34.815" v="837" actId="20577"/>
          <ac:spMkLst>
            <pc:docMk/>
            <pc:sldMk cId="3723211177" sldId="291"/>
            <ac:spMk id="148" creationId="{B7AFD5A3-5B2F-E3EB-F8E5-5EE5E69D8308}"/>
          </ac:spMkLst>
        </pc:spChg>
        <pc:spChg chg="del">
          <ac:chgData name="darth kn" userId="9a487fc92cd96908" providerId="LiveId" clId="{DCE76C33-A390-4ACD-A8CB-750A38297E95}" dt="2026-06-08T02:35:46.680" v="729" actId="478"/>
          <ac:spMkLst>
            <pc:docMk/>
            <pc:sldMk cId="3723211177" sldId="291"/>
            <ac:spMk id="150" creationId="{C75CB79C-BDB9-8BE5-D913-D0902D736C74}"/>
          </ac:spMkLst>
        </pc:spChg>
        <pc:grpChg chg="del">
          <ac:chgData name="darth kn" userId="9a487fc92cd96908" providerId="LiveId" clId="{DCE76C33-A390-4ACD-A8CB-750A38297E95}" dt="2026-06-08T02:35:42.360" v="728" actId="478"/>
          <ac:grpSpMkLst>
            <pc:docMk/>
            <pc:sldMk cId="3723211177" sldId="291"/>
            <ac:grpSpMk id="50" creationId="{00EA5720-8010-2F10-2B65-3A5B4E1C2677}"/>
          </ac:grpSpMkLst>
        </pc:grpChg>
        <pc:grpChg chg="del">
          <ac:chgData name="darth kn" userId="9a487fc92cd96908" providerId="LiveId" clId="{DCE76C33-A390-4ACD-A8CB-750A38297E95}" dt="2026-06-08T02:35:42.360" v="728" actId="478"/>
          <ac:grpSpMkLst>
            <pc:docMk/>
            <pc:sldMk cId="3723211177" sldId="291"/>
            <ac:grpSpMk id="82" creationId="{722B9890-7A20-6DDB-1F82-49103471F0F6}"/>
          </ac:grpSpMkLst>
        </pc:grpChg>
        <pc:grpChg chg="del">
          <ac:chgData name="darth kn" userId="9a487fc92cd96908" providerId="LiveId" clId="{DCE76C33-A390-4ACD-A8CB-750A38297E95}" dt="2026-06-08T02:35:42.360" v="728" actId="478"/>
          <ac:grpSpMkLst>
            <pc:docMk/>
            <pc:sldMk cId="3723211177" sldId="291"/>
            <ac:grpSpMk id="85" creationId="{88970ABE-817E-4182-DD03-896E1EC90A2B}"/>
          </ac:grpSpMkLst>
        </pc:grpChg>
        <pc:grpChg chg="del">
          <ac:chgData name="darth kn" userId="9a487fc92cd96908" providerId="LiveId" clId="{DCE76C33-A390-4ACD-A8CB-750A38297E95}" dt="2026-06-08T02:35:14.873" v="725" actId="478"/>
          <ac:grpSpMkLst>
            <pc:docMk/>
            <pc:sldMk cId="3723211177" sldId="291"/>
            <ac:grpSpMk id="92" creationId="{8AF009EC-E4FD-83C3-4859-39D5881D0489}"/>
          </ac:grpSpMkLst>
        </pc:grpChg>
        <pc:grpChg chg="del">
          <ac:chgData name="darth kn" userId="9a487fc92cd96908" providerId="LiveId" clId="{DCE76C33-A390-4ACD-A8CB-750A38297E95}" dt="2026-06-08T02:35:14.873" v="725" actId="478"/>
          <ac:grpSpMkLst>
            <pc:docMk/>
            <pc:sldMk cId="3723211177" sldId="291"/>
            <ac:grpSpMk id="101" creationId="{42FCEB2D-E2DC-8A2C-F6AC-1D931D88BA9E}"/>
          </ac:grpSpMkLst>
        </pc:grpChg>
        <pc:grpChg chg="del">
          <ac:chgData name="darth kn" userId="9a487fc92cd96908" providerId="LiveId" clId="{DCE76C33-A390-4ACD-A8CB-750A38297E95}" dt="2026-06-08T02:35:14.873" v="725" actId="478"/>
          <ac:grpSpMkLst>
            <pc:docMk/>
            <pc:sldMk cId="3723211177" sldId="291"/>
            <ac:grpSpMk id="106" creationId="{A86A4512-4458-3A1D-9CB3-DCC6F67033B6}"/>
          </ac:grpSpMkLst>
        </pc:grpChg>
        <pc:grpChg chg="del">
          <ac:chgData name="darth kn" userId="9a487fc92cd96908" providerId="LiveId" clId="{DCE76C33-A390-4ACD-A8CB-750A38297E95}" dt="2026-06-08T02:35:14.873" v="725" actId="478"/>
          <ac:grpSpMkLst>
            <pc:docMk/>
            <pc:sldMk cId="3723211177" sldId="291"/>
            <ac:grpSpMk id="111" creationId="{6322DD70-B629-33CF-D166-990D7B3E6F35}"/>
          </ac:grpSpMkLst>
        </pc:grpChg>
        <pc:grpChg chg="del">
          <ac:chgData name="darth kn" userId="9a487fc92cd96908" providerId="LiveId" clId="{DCE76C33-A390-4ACD-A8CB-750A38297E95}" dt="2026-06-08T02:35:14.873" v="725" actId="478"/>
          <ac:grpSpMkLst>
            <pc:docMk/>
            <pc:sldMk cId="3723211177" sldId="291"/>
            <ac:grpSpMk id="118" creationId="{9DB76E37-03B8-F1F7-C9B7-14F7BF23FB34}"/>
          </ac:grpSpMkLst>
        </pc:grpChg>
        <pc:grpChg chg="del">
          <ac:chgData name="darth kn" userId="9a487fc92cd96908" providerId="LiveId" clId="{DCE76C33-A390-4ACD-A8CB-750A38297E95}" dt="2026-06-08T02:35:14.873" v="725" actId="478"/>
          <ac:grpSpMkLst>
            <pc:docMk/>
            <pc:sldMk cId="3723211177" sldId="291"/>
            <ac:grpSpMk id="128" creationId="{DD48A2CB-BC77-6D17-A016-072D0810A81A}"/>
          </ac:grpSpMkLst>
        </pc:grpChg>
        <pc:picChg chg="add mod">
          <ac:chgData name="darth kn" userId="9a487fc92cd96908" providerId="LiveId" clId="{DCE76C33-A390-4ACD-A8CB-750A38297E95}" dt="2026-06-09T02:35:18.477" v="2849" actId="1076"/>
          <ac:picMkLst>
            <pc:docMk/>
            <pc:sldMk cId="3723211177" sldId="291"/>
            <ac:picMk id="3" creationId="{CC942A67-4943-98F2-29C7-B28B0EBACED9}"/>
          </ac:picMkLst>
        </pc:picChg>
        <pc:picChg chg="add mod">
          <ac:chgData name="darth kn" userId="9a487fc92cd96908" providerId="LiveId" clId="{DCE76C33-A390-4ACD-A8CB-750A38297E95}" dt="2026-06-09T02:35:04.185" v="2847" actId="1076"/>
          <ac:picMkLst>
            <pc:docMk/>
            <pc:sldMk cId="3723211177" sldId="291"/>
            <ac:picMk id="5" creationId="{57C6200C-84C3-F51C-8E3A-815C442049BC}"/>
          </ac:picMkLst>
        </pc:picChg>
        <pc:cxnChg chg="del">
          <ac:chgData name="darth kn" userId="9a487fc92cd96908" providerId="LiveId" clId="{DCE76C33-A390-4ACD-A8CB-750A38297E95}" dt="2026-06-08T02:35:46.680" v="729" actId="478"/>
          <ac:cxnSpMkLst>
            <pc:docMk/>
            <pc:sldMk cId="3723211177" sldId="291"/>
            <ac:cxnSpMk id="149" creationId="{155115CA-A98C-6A3E-7B23-FD438D03A979}"/>
          </ac:cxnSpMkLst>
        </pc:cxnChg>
      </pc:sldChg>
      <pc:sldChg chg="addSp delSp modSp add mod">
        <pc:chgData name="darth kn" userId="9a487fc92cd96908" providerId="LiveId" clId="{DCE76C33-A390-4ACD-A8CB-750A38297E95}" dt="2026-06-09T02:34:08.313" v="2844" actId="1076"/>
        <pc:sldMkLst>
          <pc:docMk/>
          <pc:sldMk cId="517996799" sldId="292"/>
        </pc:sldMkLst>
        <pc:spChg chg="mod">
          <ac:chgData name="darth kn" userId="9a487fc92cd96908" providerId="LiveId" clId="{DCE76C33-A390-4ACD-A8CB-750A38297E95}" dt="2026-06-08T02:33:14.104" v="689" actId="20577"/>
          <ac:spMkLst>
            <pc:docMk/>
            <pc:sldMk cId="517996799" sldId="292"/>
            <ac:spMk id="11" creationId="{0522CBE0-08DF-F140-66B0-37FAE46A0D8E}"/>
          </ac:spMkLst>
        </pc:spChg>
        <pc:spChg chg="del">
          <ac:chgData name="darth kn" userId="9a487fc92cd96908" providerId="LiveId" clId="{DCE76C33-A390-4ACD-A8CB-750A38297E95}" dt="2026-06-08T02:35:54.886" v="731" actId="478"/>
          <ac:spMkLst>
            <pc:docMk/>
            <pc:sldMk cId="517996799" sldId="292"/>
            <ac:spMk id="49" creationId="{1746B95F-2E58-20ED-F78E-BF4E07D0BF7E}"/>
          </ac:spMkLst>
        </pc:spChg>
        <pc:spChg chg="mod">
          <ac:chgData name="darth kn" userId="9a487fc92cd96908" providerId="LiveId" clId="{DCE76C33-A390-4ACD-A8CB-750A38297E95}" dt="2026-06-08T02:40:18.234" v="847" actId="12"/>
          <ac:spMkLst>
            <pc:docMk/>
            <pc:sldMk cId="517996799" sldId="292"/>
            <ac:spMk id="148" creationId="{1839CD15-E8D4-8AB8-3A33-7352A29AC220}"/>
          </ac:spMkLst>
        </pc:spChg>
        <pc:spChg chg="del mod">
          <ac:chgData name="darth kn" userId="9a487fc92cd96908" providerId="LiveId" clId="{DCE76C33-A390-4ACD-A8CB-750A38297E95}" dt="2026-06-08T02:37:23.288" v="754" actId="478"/>
          <ac:spMkLst>
            <pc:docMk/>
            <pc:sldMk cId="517996799" sldId="292"/>
            <ac:spMk id="150" creationId="{9368B08F-3DCD-BB40-8896-B843785EE9DE}"/>
          </ac:spMkLst>
        </pc:spChg>
        <pc:grpChg chg="del">
          <ac:chgData name="darth kn" userId="9a487fc92cd96908" providerId="LiveId" clId="{DCE76C33-A390-4ACD-A8CB-750A38297E95}" dt="2026-06-08T02:35:54.886" v="731" actId="478"/>
          <ac:grpSpMkLst>
            <pc:docMk/>
            <pc:sldMk cId="517996799" sldId="292"/>
            <ac:grpSpMk id="50" creationId="{3206769E-BBA3-BF63-F261-F2DE054FA07E}"/>
          </ac:grpSpMkLst>
        </pc:grpChg>
        <pc:grpChg chg="del">
          <ac:chgData name="darth kn" userId="9a487fc92cd96908" providerId="LiveId" clId="{DCE76C33-A390-4ACD-A8CB-750A38297E95}" dt="2026-06-08T02:35:54.886" v="731" actId="478"/>
          <ac:grpSpMkLst>
            <pc:docMk/>
            <pc:sldMk cId="517996799" sldId="292"/>
            <ac:grpSpMk id="82" creationId="{1C128D80-FD8A-B21A-1024-F620412B147E}"/>
          </ac:grpSpMkLst>
        </pc:grpChg>
        <pc:grpChg chg="del">
          <ac:chgData name="darth kn" userId="9a487fc92cd96908" providerId="LiveId" clId="{DCE76C33-A390-4ACD-A8CB-750A38297E95}" dt="2026-06-08T02:35:54.886" v="731" actId="478"/>
          <ac:grpSpMkLst>
            <pc:docMk/>
            <pc:sldMk cId="517996799" sldId="292"/>
            <ac:grpSpMk id="85" creationId="{40BF0C38-4831-79B9-5E91-FE71EE62EDF0}"/>
          </ac:grpSpMkLst>
        </pc:grpChg>
        <pc:grpChg chg="del">
          <ac:chgData name="darth kn" userId="9a487fc92cd96908" providerId="LiveId" clId="{DCE76C33-A390-4ACD-A8CB-750A38297E95}" dt="2026-06-08T02:35:54.886" v="731" actId="478"/>
          <ac:grpSpMkLst>
            <pc:docMk/>
            <pc:sldMk cId="517996799" sldId="292"/>
            <ac:grpSpMk id="92" creationId="{BC80E920-30E7-E317-959E-8710E5E9C315}"/>
          </ac:grpSpMkLst>
        </pc:grpChg>
        <pc:grpChg chg="del">
          <ac:chgData name="darth kn" userId="9a487fc92cd96908" providerId="LiveId" clId="{DCE76C33-A390-4ACD-A8CB-750A38297E95}" dt="2026-06-08T02:35:54.886" v="731" actId="478"/>
          <ac:grpSpMkLst>
            <pc:docMk/>
            <pc:sldMk cId="517996799" sldId="292"/>
            <ac:grpSpMk id="101" creationId="{73C9429C-4FB5-AC48-BD1C-A5E24E20BA9F}"/>
          </ac:grpSpMkLst>
        </pc:grpChg>
        <pc:grpChg chg="del">
          <ac:chgData name="darth kn" userId="9a487fc92cd96908" providerId="LiveId" clId="{DCE76C33-A390-4ACD-A8CB-750A38297E95}" dt="2026-06-08T02:35:04.377" v="722" actId="478"/>
          <ac:grpSpMkLst>
            <pc:docMk/>
            <pc:sldMk cId="517996799" sldId="292"/>
            <ac:grpSpMk id="106" creationId="{F2E1D659-B17E-9A73-414C-DDA7943A5EFC}"/>
          </ac:grpSpMkLst>
        </pc:grpChg>
        <pc:grpChg chg="del">
          <ac:chgData name="darth kn" userId="9a487fc92cd96908" providerId="LiveId" clId="{DCE76C33-A390-4ACD-A8CB-750A38297E95}" dt="2026-06-08T02:35:04.377" v="722" actId="478"/>
          <ac:grpSpMkLst>
            <pc:docMk/>
            <pc:sldMk cId="517996799" sldId="292"/>
            <ac:grpSpMk id="111" creationId="{905CDDE1-C7D7-2389-3521-C948CA756B76}"/>
          </ac:grpSpMkLst>
        </pc:grpChg>
        <pc:grpChg chg="del">
          <ac:chgData name="darth kn" userId="9a487fc92cd96908" providerId="LiveId" clId="{DCE76C33-A390-4ACD-A8CB-750A38297E95}" dt="2026-06-08T02:35:04.377" v="722" actId="478"/>
          <ac:grpSpMkLst>
            <pc:docMk/>
            <pc:sldMk cId="517996799" sldId="292"/>
            <ac:grpSpMk id="118" creationId="{54CDFC26-AE77-46F4-9D16-C889A2BE9D25}"/>
          </ac:grpSpMkLst>
        </pc:grpChg>
        <pc:grpChg chg="del">
          <ac:chgData name="darth kn" userId="9a487fc92cd96908" providerId="LiveId" clId="{DCE76C33-A390-4ACD-A8CB-750A38297E95}" dt="2026-06-08T02:35:04.377" v="722" actId="478"/>
          <ac:grpSpMkLst>
            <pc:docMk/>
            <pc:sldMk cId="517996799" sldId="292"/>
            <ac:grpSpMk id="128" creationId="{4D076259-8F91-CDAC-BE20-2B125A030910}"/>
          </ac:grpSpMkLst>
        </pc:grpChg>
        <pc:picChg chg="add del mod">
          <ac:chgData name="darth kn" userId="9a487fc92cd96908" providerId="LiveId" clId="{DCE76C33-A390-4ACD-A8CB-750A38297E95}" dt="2026-06-08T23:48:17.704" v="1733" actId="478"/>
          <ac:picMkLst>
            <pc:docMk/>
            <pc:sldMk cId="517996799" sldId="292"/>
            <ac:picMk id="2" creationId="{14755436-C0F0-BBA4-ED94-3C345E5E588E}"/>
          </ac:picMkLst>
        </pc:picChg>
        <pc:picChg chg="add mod">
          <ac:chgData name="darth kn" userId="9a487fc92cd96908" providerId="LiveId" clId="{DCE76C33-A390-4ACD-A8CB-750A38297E95}" dt="2026-06-09T02:34:02.915" v="2843" actId="1440"/>
          <ac:picMkLst>
            <pc:docMk/>
            <pc:sldMk cId="517996799" sldId="292"/>
            <ac:picMk id="5" creationId="{E836AD42-C547-9593-9632-65DC02382D6A}"/>
          </ac:picMkLst>
        </pc:picChg>
        <pc:picChg chg="add mod">
          <ac:chgData name="darth kn" userId="9a487fc92cd96908" providerId="LiveId" clId="{DCE76C33-A390-4ACD-A8CB-750A38297E95}" dt="2026-06-08T23:49:29.088" v="1745" actId="1440"/>
          <ac:picMkLst>
            <pc:docMk/>
            <pc:sldMk cId="517996799" sldId="292"/>
            <ac:picMk id="9" creationId="{32155F48-DC03-CC9B-C2A6-D3C1C1F78A61}"/>
          </ac:picMkLst>
        </pc:picChg>
        <pc:picChg chg="add mod modCrop">
          <ac:chgData name="darth kn" userId="9a487fc92cd96908" providerId="LiveId" clId="{DCE76C33-A390-4ACD-A8CB-750A38297E95}" dt="2026-06-09T02:34:08.313" v="2844" actId="1076"/>
          <ac:picMkLst>
            <pc:docMk/>
            <pc:sldMk cId="517996799" sldId="292"/>
            <ac:picMk id="12" creationId="{1356502B-C037-4C7E-4CF5-B514386D8D2E}"/>
          </ac:picMkLst>
        </pc:picChg>
        <pc:cxnChg chg="del">
          <ac:chgData name="darth kn" userId="9a487fc92cd96908" providerId="LiveId" clId="{DCE76C33-A390-4ACD-A8CB-750A38297E95}" dt="2026-06-08T02:37:23.963" v="755" actId="478"/>
          <ac:cxnSpMkLst>
            <pc:docMk/>
            <pc:sldMk cId="517996799" sldId="292"/>
            <ac:cxnSpMk id="149" creationId="{B627DACA-3405-1961-3E7B-E3B866CA2F92}"/>
          </ac:cxnSpMkLst>
        </pc:cxnChg>
      </pc:sldChg>
      <pc:sldChg chg="addSp delSp modSp add mod">
        <pc:chgData name="darth kn" userId="9a487fc92cd96908" providerId="LiveId" clId="{DCE76C33-A390-4ACD-A8CB-750A38297E95}" dt="2026-06-08T23:43:57.745" v="1724" actId="1440"/>
        <pc:sldMkLst>
          <pc:docMk/>
          <pc:sldMk cId="2987308221" sldId="293"/>
        </pc:sldMkLst>
        <pc:spChg chg="mod">
          <ac:chgData name="darth kn" userId="9a487fc92cd96908" providerId="LiveId" clId="{DCE76C33-A390-4ACD-A8CB-750A38297E95}" dt="2026-06-08T02:33:01.050" v="672" actId="20577"/>
          <ac:spMkLst>
            <pc:docMk/>
            <pc:sldMk cId="2987308221" sldId="293"/>
            <ac:spMk id="11" creationId="{A429F17A-7729-871A-5316-48FF28C05758}"/>
          </ac:spMkLst>
        </pc:spChg>
        <pc:spChg chg="del">
          <ac:chgData name="darth kn" userId="9a487fc92cd96908" providerId="LiveId" clId="{DCE76C33-A390-4ACD-A8CB-750A38297E95}" dt="2026-06-08T02:35:51.664" v="730" actId="478"/>
          <ac:spMkLst>
            <pc:docMk/>
            <pc:sldMk cId="2987308221" sldId="293"/>
            <ac:spMk id="49" creationId="{B27A064B-9AEA-A748-B0E9-05C44CD7C905}"/>
          </ac:spMkLst>
        </pc:spChg>
        <pc:spChg chg="mod">
          <ac:chgData name="darth kn" userId="9a487fc92cd96908" providerId="LiveId" clId="{DCE76C33-A390-4ACD-A8CB-750A38297E95}" dt="2026-06-08T02:40:06.687" v="844" actId="12"/>
          <ac:spMkLst>
            <pc:docMk/>
            <pc:sldMk cId="2987308221" sldId="293"/>
            <ac:spMk id="148" creationId="{5E9AB61F-B684-5F45-CDD5-A0994EBF7056}"/>
          </ac:spMkLst>
        </pc:spChg>
        <pc:spChg chg="del">
          <ac:chgData name="darth kn" userId="9a487fc92cd96908" providerId="LiveId" clId="{DCE76C33-A390-4ACD-A8CB-750A38297E95}" dt="2026-06-08T02:39:47.671" v="840" actId="478"/>
          <ac:spMkLst>
            <pc:docMk/>
            <pc:sldMk cId="2987308221" sldId="293"/>
            <ac:spMk id="150" creationId="{0D7EA50D-AF98-00F5-7BC1-D9773BAB3BD1}"/>
          </ac:spMkLst>
        </pc:spChg>
        <pc:grpChg chg="del">
          <ac:chgData name="darth kn" userId="9a487fc92cd96908" providerId="LiveId" clId="{DCE76C33-A390-4ACD-A8CB-750A38297E95}" dt="2026-06-08T02:35:51.664" v="730" actId="478"/>
          <ac:grpSpMkLst>
            <pc:docMk/>
            <pc:sldMk cId="2987308221" sldId="293"/>
            <ac:grpSpMk id="50" creationId="{B0F07A40-0207-7D00-A5DE-08D5892533A3}"/>
          </ac:grpSpMkLst>
        </pc:grpChg>
        <pc:grpChg chg="del">
          <ac:chgData name="darth kn" userId="9a487fc92cd96908" providerId="LiveId" clId="{DCE76C33-A390-4ACD-A8CB-750A38297E95}" dt="2026-06-08T02:35:51.664" v="730" actId="478"/>
          <ac:grpSpMkLst>
            <pc:docMk/>
            <pc:sldMk cId="2987308221" sldId="293"/>
            <ac:grpSpMk id="82" creationId="{0EDE6074-9F00-0B35-04CD-241BBE515931}"/>
          </ac:grpSpMkLst>
        </pc:grpChg>
        <pc:grpChg chg="del">
          <ac:chgData name="darth kn" userId="9a487fc92cd96908" providerId="LiveId" clId="{DCE76C33-A390-4ACD-A8CB-750A38297E95}" dt="2026-06-08T02:35:51.664" v="730" actId="478"/>
          <ac:grpSpMkLst>
            <pc:docMk/>
            <pc:sldMk cId="2987308221" sldId="293"/>
            <ac:grpSpMk id="85" creationId="{709C33AD-C018-9631-9E63-EB4B2D8F274F}"/>
          </ac:grpSpMkLst>
        </pc:grpChg>
        <pc:grpChg chg="del">
          <ac:chgData name="darth kn" userId="9a487fc92cd96908" providerId="LiveId" clId="{DCE76C33-A390-4ACD-A8CB-750A38297E95}" dt="2026-06-08T02:35:51.664" v="730" actId="478"/>
          <ac:grpSpMkLst>
            <pc:docMk/>
            <pc:sldMk cId="2987308221" sldId="293"/>
            <ac:grpSpMk id="92" creationId="{FAC86B58-A405-8A46-12FC-9149B5B18994}"/>
          </ac:grpSpMkLst>
        </pc:grpChg>
        <pc:grpChg chg="del">
          <ac:chgData name="darth kn" userId="9a487fc92cd96908" providerId="LiveId" clId="{DCE76C33-A390-4ACD-A8CB-750A38297E95}" dt="2026-06-08T02:35:06.935" v="723" actId="478"/>
          <ac:grpSpMkLst>
            <pc:docMk/>
            <pc:sldMk cId="2987308221" sldId="293"/>
            <ac:grpSpMk id="101" creationId="{B4F5EB58-4556-109F-6990-00596B3A33F0}"/>
          </ac:grpSpMkLst>
        </pc:grpChg>
        <pc:grpChg chg="del">
          <ac:chgData name="darth kn" userId="9a487fc92cd96908" providerId="LiveId" clId="{DCE76C33-A390-4ACD-A8CB-750A38297E95}" dt="2026-06-08T02:35:06.935" v="723" actId="478"/>
          <ac:grpSpMkLst>
            <pc:docMk/>
            <pc:sldMk cId="2987308221" sldId="293"/>
            <ac:grpSpMk id="106" creationId="{3F83267B-6716-050B-3983-8CBF5F634D68}"/>
          </ac:grpSpMkLst>
        </pc:grpChg>
        <pc:grpChg chg="del">
          <ac:chgData name="darth kn" userId="9a487fc92cd96908" providerId="LiveId" clId="{DCE76C33-A390-4ACD-A8CB-750A38297E95}" dt="2026-06-08T02:35:06.935" v="723" actId="478"/>
          <ac:grpSpMkLst>
            <pc:docMk/>
            <pc:sldMk cId="2987308221" sldId="293"/>
            <ac:grpSpMk id="111" creationId="{F41C239D-2B9E-B644-38F6-ED7AC2B609E4}"/>
          </ac:grpSpMkLst>
        </pc:grpChg>
        <pc:grpChg chg="del">
          <ac:chgData name="darth kn" userId="9a487fc92cd96908" providerId="LiveId" clId="{DCE76C33-A390-4ACD-A8CB-750A38297E95}" dt="2026-06-08T02:35:06.935" v="723" actId="478"/>
          <ac:grpSpMkLst>
            <pc:docMk/>
            <pc:sldMk cId="2987308221" sldId="293"/>
            <ac:grpSpMk id="118" creationId="{0C831C35-E37F-AFCE-068A-DBD4713650AB}"/>
          </ac:grpSpMkLst>
        </pc:grpChg>
        <pc:grpChg chg="del">
          <ac:chgData name="darth kn" userId="9a487fc92cd96908" providerId="LiveId" clId="{DCE76C33-A390-4ACD-A8CB-750A38297E95}" dt="2026-06-08T02:35:06.935" v="723" actId="478"/>
          <ac:grpSpMkLst>
            <pc:docMk/>
            <pc:sldMk cId="2987308221" sldId="293"/>
            <ac:grpSpMk id="128" creationId="{8F578E9A-5B5B-734D-4B74-CCE31C5BB09A}"/>
          </ac:grpSpMkLst>
        </pc:grpChg>
        <pc:picChg chg="add mod modCrop">
          <ac:chgData name="darth kn" userId="9a487fc92cd96908" providerId="LiveId" clId="{DCE76C33-A390-4ACD-A8CB-750A38297E95}" dt="2026-06-08T23:43:49.164" v="1723" actId="1440"/>
          <ac:picMkLst>
            <pc:docMk/>
            <pc:sldMk cId="2987308221" sldId="293"/>
            <ac:picMk id="3" creationId="{5B2B188F-F93D-D265-489C-052BB54975D0}"/>
          </ac:picMkLst>
        </pc:picChg>
        <pc:picChg chg="add mod modCrop">
          <ac:chgData name="darth kn" userId="9a487fc92cd96908" providerId="LiveId" clId="{DCE76C33-A390-4ACD-A8CB-750A38297E95}" dt="2026-06-08T23:43:57.745" v="1724" actId="1440"/>
          <ac:picMkLst>
            <pc:docMk/>
            <pc:sldMk cId="2987308221" sldId="293"/>
            <ac:picMk id="7" creationId="{DEE72189-4281-33CB-A176-28D1893F7924}"/>
          </ac:picMkLst>
        </pc:picChg>
        <pc:cxnChg chg="del">
          <ac:chgData name="darth kn" userId="9a487fc92cd96908" providerId="LiveId" clId="{DCE76C33-A390-4ACD-A8CB-750A38297E95}" dt="2026-06-08T02:39:49.097" v="841" actId="478"/>
          <ac:cxnSpMkLst>
            <pc:docMk/>
            <pc:sldMk cId="2987308221" sldId="293"/>
            <ac:cxnSpMk id="149" creationId="{09BE8D81-80E1-05E2-895C-4C421DCCA8F3}"/>
          </ac:cxnSpMkLst>
        </pc:cxnChg>
      </pc:sldChg>
      <pc:sldChg chg="addSp delSp modSp add mod ord">
        <pc:chgData name="darth kn" userId="9a487fc92cd96908" providerId="LiveId" clId="{DCE76C33-A390-4ACD-A8CB-750A38297E95}" dt="2026-06-09T02:15:54.200" v="2495"/>
        <pc:sldMkLst>
          <pc:docMk/>
          <pc:sldMk cId="2288198328" sldId="294"/>
        </pc:sldMkLst>
        <pc:spChg chg="mod">
          <ac:chgData name="darth kn" userId="9a487fc92cd96908" providerId="LiveId" clId="{DCE76C33-A390-4ACD-A8CB-750A38297E95}" dt="2026-06-08T03:34:51.962" v="1108" actId="20577"/>
          <ac:spMkLst>
            <pc:docMk/>
            <pc:sldMk cId="2288198328" sldId="294"/>
            <ac:spMk id="11" creationId="{42C884F3-A34C-3720-601B-3B984716114F}"/>
          </ac:spMkLst>
        </pc:spChg>
        <pc:spChg chg="del">
          <ac:chgData name="darth kn" userId="9a487fc92cd96908" providerId="LiveId" clId="{DCE76C33-A390-4ACD-A8CB-750A38297E95}" dt="2026-06-08T03:35:06.521" v="1109" actId="478"/>
          <ac:spMkLst>
            <pc:docMk/>
            <pc:sldMk cId="2288198328" sldId="294"/>
            <ac:spMk id="49" creationId="{8C3A2AEC-49D2-F28D-9EDB-45D7DE1F0648}"/>
          </ac:spMkLst>
        </pc:spChg>
        <pc:spChg chg="mod">
          <ac:chgData name="darth kn" userId="9a487fc92cd96908" providerId="LiveId" clId="{DCE76C33-A390-4ACD-A8CB-750A38297E95}" dt="2026-06-09T02:15:54.200" v="2495"/>
          <ac:spMkLst>
            <pc:docMk/>
            <pc:sldMk cId="2288198328" sldId="294"/>
            <ac:spMk id="148" creationId="{6E1D8C1A-5EDE-73BA-AC5E-7F55E8D3C39B}"/>
          </ac:spMkLst>
        </pc:spChg>
        <pc:spChg chg="del">
          <ac:chgData name="darth kn" userId="9a487fc92cd96908" providerId="LiveId" clId="{DCE76C33-A390-4ACD-A8CB-750A38297E95}" dt="2026-06-08T03:33:52.489" v="1091" actId="478"/>
          <ac:spMkLst>
            <pc:docMk/>
            <pc:sldMk cId="2288198328" sldId="294"/>
            <ac:spMk id="150" creationId="{68DDC6C3-E7DE-F9A7-AF03-B4BE744491FA}"/>
          </ac:spMkLst>
        </pc:spChg>
        <pc:grpChg chg="del">
          <ac:chgData name="darth kn" userId="9a487fc92cd96908" providerId="LiveId" clId="{DCE76C33-A390-4ACD-A8CB-750A38297E95}" dt="2026-06-08T03:35:06.521" v="1109" actId="478"/>
          <ac:grpSpMkLst>
            <pc:docMk/>
            <pc:sldMk cId="2288198328" sldId="294"/>
            <ac:grpSpMk id="50" creationId="{F5B94B25-CDD0-8A3A-16E0-4E04E3B1322A}"/>
          </ac:grpSpMkLst>
        </pc:grpChg>
        <pc:grpChg chg="del">
          <ac:chgData name="darth kn" userId="9a487fc92cd96908" providerId="LiveId" clId="{DCE76C33-A390-4ACD-A8CB-750A38297E95}" dt="2026-06-08T03:35:06.521" v="1109" actId="478"/>
          <ac:grpSpMkLst>
            <pc:docMk/>
            <pc:sldMk cId="2288198328" sldId="294"/>
            <ac:grpSpMk id="82" creationId="{F9A19B57-B068-46EC-1F2E-5C863F93DA18}"/>
          </ac:grpSpMkLst>
        </pc:grpChg>
        <pc:grpChg chg="del">
          <ac:chgData name="darth kn" userId="9a487fc92cd96908" providerId="LiveId" clId="{DCE76C33-A390-4ACD-A8CB-750A38297E95}" dt="2026-06-08T03:35:06.521" v="1109" actId="478"/>
          <ac:grpSpMkLst>
            <pc:docMk/>
            <pc:sldMk cId="2288198328" sldId="294"/>
            <ac:grpSpMk id="85" creationId="{A362722A-3DA0-3716-0BD3-333E77C93E0D}"/>
          </ac:grpSpMkLst>
        </pc:grpChg>
        <pc:grpChg chg="del">
          <ac:chgData name="darth kn" userId="9a487fc92cd96908" providerId="LiveId" clId="{DCE76C33-A390-4ACD-A8CB-750A38297E95}" dt="2026-06-08T03:35:06.521" v="1109" actId="478"/>
          <ac:grpSpMkLst>
            <pc:docMk/>
            <pc:sldMk cId="2288198328" sldId="294"/>
            <ac:grpSpMk id="92" creationId="{B2FE7EF5-343B-C339-936A-47EED2F459D4}"/>
          </ac:grpSpMkLst>
        </pc:grpChg>
        <pc:grpChg chg="del">
          <ac:chgData name="darth kn" userId="9a487fc92cd96908" providerId="LiveId" clId="{DCE76C33-A390-4ACD-A8CB-750A38297E95}" dt="2026-06-08T03:35:06.521" v="1109" actId="478"/>
          <ac:grpSpMkLst>
            <pc:docMk/>
            <pc:sldMk cId="2288198328" sldId="294"/>
            <ac:grpSpMk id="101" creationId="{308660A0-0CA8-6B2F-D413-E4BCF779E45A}"/>
          </ac:grpSpMkLst>
        </pc:grpChg>
        <pc:grpChg chg="del">
          <ac:chgData name="darth kn" userId="9a487fc92cd96908" providerId="LiveId" clId="{DCE76C33-A390-4ACD-A8CB-750A38297E95}" dt="2026-06-08T03:35:06.521" v="1109" actId="478"/>
          <ac:grpSpMkLst>
            <pc:docMk/>
            <pc:sldMk cId="2288198328" sldId="294"/>
            <ac:grpSpMk id="106" creationId="{3F30966F-9E54-3FB3-EAFC-0BB37262ABFF}"/>
          </ac:grpSpMkLst>
        </pc:grpChg>
        <pc:grpChg chg="del">
          <ac:chgData name="darth kn" userId="9a487fc92cd96908" providerId="LiveId" clId="{DCE76C33-A390-4ACD-A8CB-750A38297E95}" dt="2026-06-08T03:35:06.521" v="1109" actId="478"/>
          <ac:grpSpMkLst>
            <pc:docMk/>
            <pc:sldMk cId="2288198328" sldId="294"/>
            <ac:grpSpMk id="111" creationId="{955DB281-976B-D103-5140-536C46A779B0}"/>
          </ac:grpSpMkLst>
        </pc:grpChg>
        <pc:grpChg chg="del">
          <ac:chgData name="darth kn" userId="9a487fc92cd96908" providerId="LiveId" clId="{DCE76C33-A390-4ACD-A8CB-750A38297E95}" dt="2026-06-08T03:35:06.521" v="1109" actId="478"/>
          <ac:grpSpMkLst>
            <pc:docMk/>
            <pc:sldMk cId="2288198328" sldId="294"/>
            <ac:grpSpMk id="118" creationId="{809348C2-B075-21A0-ABCA-E6F283C9AAE8}"/>
          </ac:grpSpMkLst>
        </pc:grpChg>
        <pc:grpChg chg="del">
          <ac:chgData name="darth kn" userId="9a487fc92cd96908" providerId="LiveId" clId="{DCE76C33-A390-4ACD-A8CB-750A38297E95}" dt="2026-06-08T03:35:06.521" v="1109" actId="478"/>
          <ac:grpSpMkLst>
            <pc:docMk/>
            <pc:sldMk cId="2288198328" sldId="294"/>
            <ac:grpSpMk id="128" creationId="{53CA7AD3-C2E6-073D-997D-5664AC6A2520}"/>
          </ac:grpSpMkLst>
        </pc:grpChg>
        <pc:picChg chg="add mod">
          <ac:chgData name="darth kn" userId="9a487fc92cd96908" providerId="LiveId" clId="{DCE76C33-A390-4ACD-A8CB-750A38297E95}" dt="2026-06-09T02:10:33.100" v="2254" actId="1076"/>
          <ac:picMkLst>
            <pc:docMk/>
            <pc:sldMk cId="2288198328" sldId="294"/>
            <ac:picMk id="3" creationId="{D0047104-8D60-032B-759D-8804B20A5E45}"/>
          </ac:picMkLst>
        </pc:picChg>
        <pc:cxnChg chg="del">
          <ac:chgData name="darth kn" userId="9a487fc92cd96908" providerId="LiveId" clId="{DCE76C33-A390-4ACD-A8CB-750A38297E95}" dt="2026-06-08T03:33:54.251" v="1092" actId="478"/>
          <ac:cxnSpMkLst>
            <pc:docMk/>
            <pc:sldMk cId="2288198328" sldId="294"/>
            <ac:cxnSpMk id="149" creationId="{06ACD21F-9477-00B8-F80D-AF6B2B83AA80}"/>
          </ac:cxnSpMkLst>
        </pc:cxnChg>
      </pc:sldChg>
      <pc:sldChg chg="delSp modSp add mod ord">
        <pc:chgData name="darth kn" userId="9a487fc92cd96908" providerId="LiveId" clId="{DCE76C33-A390-4ACD-A8CB-750A38297E95}" dt="2026-06-08T04:28:53.138" v="1630" actId="20577"/>
        <pc:sldMkLst>
          <pc:docMk/>
          <pc:sldMk cId="647643807" sldId="295"/>
        </pc:sldMkLst>
        <pc:spChg chg="mod">
          <ac:chgData name="darth kn" userId="9a487fc92cd96908" providerId="LiveId" clId="{DCE76C33-A390-4ACD-A8CB-750A38297E95}" dt="2026-06-08T03:40:47.454" v="1237" actId="1076"/>
          <ac:spMkLst>
            <pc:docMk/>
            <pc:sldMk cId="647643807" sldId="295"/>
            <ac:spMk id="9" creationId="{0CFFC9F8-66E5-232A-A48E-25C580E3981E}"/>
          </ac:spMkLst>
        </pc:spChg>
        <pc:spChg chg="mod">
          <ac:chgData name="darth kn" userId="9a487fc92cd96908" providerId="LiveId" clId="{DCE76C33-A390-4ACD-A8CB-750A38297E95}" dt="2026-06-08T03:36:25.289" v="1141" actId="20577"/>
          <ac:spMkLst>
            <pc:docMk/>
            <pc:sldMk cId="647643807" sldId="295"/>
            <ac:spMk id="11" creationId="{18F0EDFC-D9B9-1F4C-4D1B-64370C27059C}"/>
          </ac:spMkLst>
        </pc:spChg>
        <pc:spChg chg="mod">
          <ac:chgData name="darth kn" userId="9a487fc92cd96908" providerId="LiveId" clId="{DCE76C33-A390-4ACD-A8CB-750A38297E95}" dt="2026-06-08T03:41:16.770" v="1239" actId="1076"/>
          <ac:spMkLst>
            <pc:docMk/>
            <pc:sldMk cId="647643807" sldId="295"/>
            <ac:spMk id="43" creationId="{771F9C68-0D22-4BE9-82F8-2BDC87C8B89D}"/>
          </ac:spMkLst>
        </pc:spChg>
        <pc:spChg chg="del">
          <ac:chgData name="darth kn" userId="9a487fc92cd96908" providerId="LiveId" clId="{DCE76C33-A390-4ACD-A8CB-750A38297E95}" dt="2026-06-08T03:36:59.001" v="1144" actId="478"/>
          <ac:spMkLst>
            <pc:docMk/>
            <pc:sldMk cId="647643807" sldId="295"/>
            <ac:spMk id="44" creationId="{0D6C45CB-6439-1936-DCCE-AD31B68AE7EC}"/>
          </ac:spMkLst>
        </pc:spChg>
        <pc:spChg chg="mod">
          <ac:chgData name="darth kn" userId="9a487fc92cd96908" providerId="LiveId" clId="{DCE76C33-A390-4ACD-A8CB-750A38297E95}" dt="2026-06-08T04:28:53.138" v="1630" actId="20577"/>
          <ac:spMkLst>
            <pc:docMk/>
            <pc:sldMk cId="647643807" sldId="295"/>
            <ac:spMk id="45" creationId="{70673308-C6E4-4A2E-699D-ED95D69599C5}"/>
          </ac:spMkLst>
        </pc:spChg>
        <pc:spChg chg="mod">
          <ac:chgData name="darth kn" userId="9a487fc92cd96908" providerId="LiveId" clId="{DCE76C33-A390-4ACD-A8CB-750A38297E95}" dt="2026-06-08T03:41:16.770" v="1239" actId="1076"/>
          <ac:spMkLst>
            <pc:docMk/>
            <pc:sldMk cId="647643807" sldId="295"/>
            <ac:spMk id="46" creationId="{1BED66CD-D5DF-F55B-C7CF-89DDCB995221}"/>
          </ac:spMkLst>
        </pc:spChg>
        <pc:spChg chg="del">
          <ac:chgData name="darth kn" userId="9a487fc92cd96908" providerId="LiveId" clId="{DCE76C33-A390-4ACD-A8CB-750A38297E95}" dt="2026-06-08T03:37:30.729" v="1155" actId="478"/>
          <ac:spMkLst>
            <pc:docMk/>
            <pc:sldMk cId="647643807" sldId="295"/>
            <ac:spMk id="47" creationId="{74DAD83C-9771-9B81-4D61-7975CC090683}"/>
          </ac:spMkLst>
        </pc:spChg>
        <pc:spChg chg="mod">
          <ac:chgData name="darth kn" userId="9a487fc92cd96908" providerId="LiveId" clId="{DCE76C33-A390-4ACD-A8CB-750A38297E95}" dt="2026-06-08T03:41:16.770" v="1239" actId="1076"/>
          <ac:spMkLst>
            <pc:docMk/>
            <pc:sldMk cId="647643807" sldId="295"/>
            <ac:spMk id="48" creationId="{C7CC3B45-10ED-1A57-B158-D1DB016C69E1}"/>
          </ac:spMkLst>
        </pc:spChg>
        <pc:spChg chg="mod">
          <ac:chgData name="darth kn" userId="9a487fc92cd96908" providerId="LiveId" clId="{DCE76C33-A390-4ACD-A8CB-750A38297E95}" dt="2026-06-08T03:42:19.130" v="1301" actId="20577"/>
          <ac:spMkLst>
            <pc:docMk/>
            <pc:sldMk cId="647643807" sldId="295"/>
            <ac:spMk id="49" creationId="{167DBF1C-2C65-065E-38AE-6E9AB5355DB6}"/>
          </ac:spMkLst>
        </pc:spChg>
        <pc:spChg chg="del">
          <ac:chgData name="darth kn" userId="9a487fc92cd96908" providerId="LiveId" clId="{DCE76C33-A390-4ACD-A8CB-750A38297E95}" dt="2026-06-08T03:37:33.080" v="1156" actId="478"/>
          <ac:spMkLst>
            <pc:docMk/>
            <pc:sldMk cId="647643807" sldId="295"/>
            <ac:spMk id="50" creationId="{CC205323-F3FE-0090-2EEA-5F8913075F69}"/>
          </ac:spMkLst>
        </pc:spChg>
        <pc:spChg chg="mod">
          <ac:chgData name="darth kn" userId="9a487fc92cd96908" providerId="LiveId" clId="{DCE76C33-A390-4ACD-A8CB-750A38297E95}" dt="2026-06-08T03:41:16.770" v="1239" actId="1076"/>
          <ac:spMkLst>
            <pc:docMk/>
            <pc:sldMk cId="647643807" sldId="295"/>
            <ac:spMk id="51" creationId="{6592AEC5-3139-D074-9A07-491DD2FF6F7B}"/>
          </ac:spMkLst>
        </pc:spChg>
        <pc:graphicFrameChg chg="mod">
          <ac:chgData name="darth kn" userId="9a487fc92cd96908" providerId="LiveId" clId="{DCE76C33-A390-4ACD-A8CB-750A38297E95}" dt="2026-06-08T03:41:05.601" v="1238" actId="1076"/>
          <ac:graphicFrameMkLst>
            <pc:docMk/>
            <pc:sldMk cId="647643807" sldId="295"/>
            <ac:graphicFrameMk id="7" creationId="{B4DC15E0-7576-3231-4AE0-01BB184D246E}"/>
          </ac:graphicFrameMkLst>
        </pc:graphicFrameChg>
        <pc:cxnChg chg="mod">
          <ac:chgData name="darth kn" userId="9a487fc92cd96908" providerId="LiveId" clId="{DCE76C33-A390-4ACD-A8CB-750A38297E95}" dt="2026-06-08T03:36:40.330" v="1143" actId="1076"/>
          <ac:cxnSpMkLst>
            <pc:docMk/>
            <pc:sldMk cId="647643807" sldId="295"/>
            <ac:cxnSpMk id="8" creationId="{1CD9F3B9-1F6A-28F2-07FC-E03035FA5D7C}"/>
          </ac:cxnSpMkLst>
        </pc:cxnChg>
        <pc:cxnChg chg="mod">
          <ac:chgData name="darth kn" userId="9a487fc92cd96908" providerId="LiveId" clId="{DCE76C33-A390-4ACD-A8CB-750A38297E95}" dt="2026-06-08T03:36:33.840" v="1142" actId="1076"/>
          <ac:cxnSpMkLst>
            <pc:docMk/>
            <pc:sldMk cId="647643807" sldId="295"/>
            <ac:cxnSpMk id="14" creationId="{E72F3160-50FD-D0B9-9A58-499224AD5B04}"/>
          </ac:cxnSpMkLst>
        </pc:cxnChg>
        <pc:cxnChg chg="mod">
          <ac:chgData name="darth kn" userId="9a487fc92cd96908" providerId="LiveId" clId="{DCE76C33-A390-4ACD-A8CB-750A38297E95}" dt="2026-06-08T03:41:16.770" v="1239" actId="1076"/>
          <ac:cxnSpMkLst>
            <pc:docMk/>
            <pc:sldMk cId="647643807" sldId="295"/>
            <ac:cxnSpMk id="15" creationId="{4CABD937-79DD-F057-FF8F-E00A9820B67E}"/>
          </ac:cxnSpMkLst>
        </pc:cxnChg>
        <pc:cxnChg chg="mod">
          <ac:chgData name="darth kn" userId="9a487fc92cd96908" providerId="LiveId" clId="{DCE76C33-A390-4ACD-A8CB-750A38297E95}" dt="2026-06-08T03:41:16.770" v="1239" actId="1076"/>
          <ac:cxnSpMkLst>
            <pc:docMk/>
            <pc:sldMk cId="647643807" sldId="295"/>
            <ac:cxnSpMk id="40" creationId="{07B8452B-F69C-436A-CDAA-1878D4FFAFA1}"/>
          </ac:cxnSpMkLst>
        </pc:cxnChg>
      </pc:sldChg>
      <pc:sldChg chg="addSp delSp modSp add mod ord">
        <pc:chgData name="darth kn" userId="9a487fc92cd96908" providerId="LiveId" clId="{DCE76C33-A390-4ACD-A8CB-750A38297E95}" dt="2026-06-08T04:07:22.122" v="1555" actId="1076"/>
        <pc:sldMkLst>
          <pc:docMk/>
          <pc:sldMk cId="1567083208" sldId="296"/>
        </pc:sldMkLst>
        <pc:spChg chg="mod">
          <ac:chgData name="darth kn" userId="9a487fc92cd96908" providerId="LiveId" clId="{DCE76C33-A390-4ACD-A8CB-750A38297E95}" dt="2026-06-08T04:02:02.881" v="1540" actId="1076"/>
          <ac:spMkLst>
            <pc:docMk/>
            <pc:sldMk cId="1567083208" sldId="296"/>
            <ac:spMk id="10" creationId="{239F5D15-625A-AA61-20F5-58E6F4345980}"/>
          </ac:spMkLst>
        </pc:spChg>
        <pc:spChg chg="mod">
          <ac:chgData name="darth kn" userId="9a487fc92cd96908" providerId="LiveId" clId="{DCE76C33-A390-4ACD-A8CB-750A38297E95}" dt="2026-06-08T04:00:43.768" v="1504" actId="20577"/>
          <ac:spMkLst>
            <pc:docMk/>
            <pc:sldMk cId="1567083208" sldId="296"/>
            <ac:spMk id="11" creationId="{380AE231-4B89-400D-B804-6F4D6D38B365}"/>
          </ac:spMkLst>
        </pc:spChg>
        <pc:spChg chg="mod">
          <ac:chgData name="darth kn" userId="9a487fc92cd96908" providerId="LiveId" clId="{DCE76C33-A390-4ACD-A8CB-750A38297E95}" dt="2026-06-08T04:02:26.026" v="1546" actId="20577"/>
          <ac:spMkLst>
            <pc:docMk/>
            <pc:sldMk cId="1567083208" sldId="296"/>
            <ac:spMk id="12" creationId="{F6B0F3CC-5708-B693-AA92-52D9E36BD2C1}"/>
          </ac:spMkLst>
        </pc:spChg>
        <pc:spChg chg="del">
          <ac:chgData name="darth kn" userId="9a487fc92cd96908" providerId="LiveId" clId="{DCE76C33-A390-4ACD-A8CB-750A38297E95}" dt="2026-06-08T04:01:57.481" v="1538" actId="478"/>
          <ac:spMkLst>
            <pc:docMk/>
            <pc:sldMk cId="1567083208" sldId="296"/>
            <ac:spMk id="13" creationId="{2A5B8BF8-1844-507F-898A-4CFE3175E5D1}"/>
          </ac:spMkLst>
        </pc:spChg>
        <pc:spChg chg="mod">
          <ac:chgData name="darth kn" userId="9a487fc92cd96908" providerId="LiveId" clId="{DCE76C33-A390-4ACD-A8CB-750A38297E95}" dt="2026-06-08T04:02:02.881" v="1540" actId="1076"/>
          <ac:spMkLst>
            <pc:docMk/>
            <pc:sldMk cId="1567083208" sldId="296"/>
            <ac:spMk id="15" creationId="{C8A483E0-0D96-C872-4278-39EA8910A6A4}"/>
          </ac:spMkLst>
        </pc:spChg>
        <pc:spChg chg="mod">
          <ac:chgData name="darth kn" userId="9a487fc92cd96908" providerId="LiveId" clId="{DCE76C33-A390-4ACD-A8CB-750A38297E95}" dt="2026-06-08T04:02:02.881" v="1540" actId="1076"/>
          <ac:spMkLst>
            <pc:docMk/>
            <pc:sldMk cId="1567083208" sldId="296"/>
            <ac:spMk id="22" creationId="{0BE1F261-FC31-CD97-0D06-2CD54A20BB50}"/>
          </ac:spMkLst>
        </pc:spChg>
        <pc:spChg chg="mod">
          <ac:chgData name="darth kn" userId="9a487fc92cd96908" providerId="LiveId" clId="{DCE76C33-A390-4ACD-A8CB-750A38297E95}" dt="2026-06-08T04:02:02.881" v="1540" actId="1076"/>
          <ac:spMkLst>
            <pc:docMk/>
            <pc:sldMk cId="1567083208" sldId="296"/>
            <ac:spMk id="23" creationId="{CFD3B64E-F6A3-F760-D7F4-3E97B00C7357}"/>
          </ac:spMkLst>
        </pc:spChg>
        <pc:spChg chg="mod">
          <ac:chgData name="darth kn" userId="9a487fc92cd96908" providerId="LiveId" clId="{DCE76C33-A390-4ACD-A8CB-750A38297E95}" dt="2026-06-08T04:02:02.881" v="1540" actId="1076"/>
          <ac:spMkLst>
            <pc:docMk/>
            <pc:sldMk cId="1567083208" sldId="296"/>
            <ac:spMk id="24" creationId="{35C6F4DE-0D91-C5DB-D2BB-8F782E39A174}"/>
          </ac:spMkLst>
        </pc:spChg>
        <pc:spChg chg="mod">
          <ac:chgData name="darth kn" userId="9a487fc92cd96908" providerId="LiveId" clId="{DCE76C33-A390-4ACD-A8CB-750A38297E95}" dt="2026-06-08T04:02:02.881" v="1540" actId="1076"/>
          <ac:spMkLst>
            <pc:docMk/>
            <pc:sldMk cId="1567083208" sldId="296"/>
            <ac:spMk id="25" creationId="{70A24D76-B417-1347-A08A-E4C87160064A}"/>
          </ac:spMkLst>
        </pc:spChg>
        <pc:grpChg chg="del">
          <ac:chgData name="darth kn" userId="9a487fc92cd96908" providerId="LiveId" clId="{DCE76C33-A390-4ACD-A8CB-750A38297E95}" dt="2026-06-08T04:01:58.602" v="1539" actId="478"/>
          <ac:grpSpMkLst>
            <pc:docMk/>
            <pc:sldMk cId="1567083208" sldId="296"/>
            <ac:grpSpMk id="16" creationId="{F31A4A0C-9DD0-EC56-4C94-DAB6509F7AEC}"/>
          </ac:grpSpMkLst>
        </pc:grpChg>
        <pc:grpChg chg="mod">
          <ac:chgData name="darth kn" userId="9a487fc92cd96908" providerId="LiveId" clId="{DCE76C33-A390-4ACD-A8CB-750A38297E95}" dt="2026-06-08T04:02:02.881" v="1540" actId="1076"/>
          <ac:grpSpMkLst>
            <pc:docMk/>
            <pc:sldMk cId="1567083208" sldId="296"/>
            <ac:grpSpMk id="21" creationId="{055C3BB5-3264-0DE5-CB64-C4FF92FEEC45}"/>
          </ac:grpSpMkLst>
        </pc:grpChg>
        <pc:picChg chg="add del mod">
          <ac:chgData name="darth kn" userId="9a487fc92cd96908" providerId="LiveId" clId="{DCE76C33-A390-4ACD-A8CB-750A38297E95}" dt="2026-06-08T04:06:50.312" v="1548" actId="478"/>
          <ac:picMkLst>
            <pc:docMk/>
            <pc:sldMk cId="1567083208" sldId="296"/>
            <ac:picMk id="3" creationId="{813AA1F6-3314-2C94-6607-BC395A60F2A9}"/>
          </ac:picMkLst>
        </pc:picChg>
        <pc:picChg chg="add mod modCrop">
          <ac:chgData name="darth kn" userId="9a487fc92cd96908" providerId="LiveId" clId="{DCE76C33-A390-4ACD-A8CB-750A38297E95}" dt="2026-06-08T04:07:22.122" v="1555" actId="1076"/>
          <ac:picMkLst>
            <pc:docMk/>
            <pc:sldMk cId="1567083208" sldId="296"/>
            <ac:picMk id="5" creationId="{9F90E526-1C24-5213-7F2D-15222DACC931}"/>
          </ac:picMkLst>
        </pc:picChg>
        <pc:picChg chg="del">
          <ac:chgData name="darth kn" userId="9a487fc92cd96908" providerId="LiveId" clId="{DCE76C33-A390-4ACD-A8CB-750A38297E95}" dt="2026-06-08T04:00:30.313" v="1482" actId="478"/>
          <ac:picMkLst>
            <pc:docMk/>
            <pc:sldMk cId="1567083208" sldId="296"/>
            <ac:picMk id="26" creationId="{66A55712-1684-E5A8-00F7-73B562C15DAB}"/>
          </ac:picMkLst>
        </pc:picChg>
      </pc:sldChg>
      <pc:sldChg chg="addSp delSp modSp add mod">
        <pc:chgData name="darth kn" userId="9a487fc92cd96908" providerId="LiveId" clId="{DCE76C33-A390-4ACD-A8CB-750A38297E95}" dt="2026-06-08T04:16:18.268" v="1593" actId="1076"/>
        <pc:sldMkLst>
          <pc:docMk/>
          <pc:sldMk cId="1773394510" sldId="297"/>
        </pc:sldMkLst>
        <pc:spChg chg="mod">
          <ac:chgData name="darth kn" userId="9a487fc92cd96908" providerId="LiveId" clId="{DCE76C33-A390-4ACD-A8CB-750A38297E95}" dt="2026-06-08T04:16:06.964" v="1589" actId="1076"/>
          <ac:spMkLst>
            <pc:docMk/>
            <pc:sldMk cId="1773394510" sldId="297"/>
            <ac:spMk id="10" creationId="{C7E1A753-81FF-860B-E11E-6D7805C1F8B6}"/>
          </ac:spMkLst>
        </pc:spChg>
        <pc:spChg chg="mod">
          <ac:chgData name="darth kn" userId="9a487fc92cd96908" providerId="LiveId" clId="{DCE76C33-A390-4ACD-A8CB-750A38297E95}" dt="2026-06-08T04:10:46.009" v="1574" actId="20577"/>
          <ac:spMkLst>
            <pc:docMk/>
            <pc:sldMk cId="1773394510" sldId="297"/>
            <ac:spMk id="11" creationId="{D25B06BA-AC11-0502-4B29-C81600718C1F}"/>
          </ac:spMkLst>
        </pc:spChg>
        <pc:spChg chg="mod">
          <ac:chgData name="darth kn" userId="9a487fc92cd96908" providerId="LiveId" clId="{DCE76C33-A390-4ACD-A8CB-750A38297E95}" dt="2026-06-08T04:16:06.964" v="1589" actId="1076"/>
          <ac:spMkLst>
            <pc:docMk/>
            <pc:sldMk cId="1773394510" sldId="297"/>
            <ac:spMk id="12" creationId="{E465B49F-2A4E-CB4F-6BD8-EF6F8D9B0281}"/>
          </ac:spMkLst>
        </pc:spChg>
        <pc:spChg chg="del">
          <ac:chgData name="darth kn" userId="9a487fc92cd96908" providerId="LiveId" clId="{DCE76C33-A390-4ACD-A8CB-750A38297E95}" dt="2026-06-08T04:15:59.321" v="1587" actId="478"/>
          <ac:spMkLst>
            <pc:docMk/>
            <pc:sldMk cId="1773394510" sldId="297"/>
            <ac:spMk id="13" creationId="{781AF452-4997-B10F-0E36-7B70FCA1FBED}"/>
          </ac:spMkLst>
        </pc:spChg>
        <pc:spChg chg="mod">
          <ac:chgData name="darth kn" userId="9a487fc92cd96908" providerId="LiveId" clId="{DCE76C33-A390-4ACD-A8CB-750A38297E95}" dt="2026-06-08T04:16:06.964" v="1589" actId="1076"/>
          <ac:spMkLst>
            <pc:docMk/>
            <pc:sldMk cId="1773394510" sldId="297"/>
            <ac:spMk id="15" creationId="{5A6A0364-9C7B-21E7-D47B-349FEC0BC548}"/>
          </ac:spMkLst>
        </pc:spChg>
        <pc:spChg chg="mod">
          <ac:chgData name="darth kn" userId="9a487fc92cd96908" providerId="LiveId" clId="{DCE76C33-A390-4ACD-A8CB-750A38297E95}" dt="2026-06-08T04:16:06.964" v="1589" actId="1076"/>
          <ac:spMkLst>
            <pc:docMk/>
            <pc:sldMk cId="1773394510" sldId="297"/>
            <ac:spMk id="22" creationId="{4F9F3E08-F246-C96B-4261-58F2BD56C676}"/>
          </ac:spMkLst>
        </pc:spChg>
        <pc:spChg chg="mod">
          <ac:chgData name="darth kn" userId="9a487fc92cd96908" providerId="LiveId" clId="{DCE76C33-A390-4ACD-A8CB-750A38297E95}" dt="2026-06-08T04:16:06.964" v="1589" actId="1076"/>
          <ac:spMkLst>
            <pc:docMk/>
            <pc:sldMk cId="1773394510" sldId="297"/>
            <ac:spMk id="23" creationId="{C628F858-9FFD-EDF6-DF79-D4B686C3F2C9}"/>
          </ac:spMkLst>
        </pc:spChg>
        <pc:spChg chg="mod">
          <ac:chgData name="darth kn" userId="9a487fc92cd96908" providerId="LiveId" clId="{DCE76C33-A390-4ACD-A8CB-750A38297E95}" dt="2026-06-08T04:16:06.964" v="1589" actId="1076"/>
          <ac:spMkLst>
            <pc:docMk/>
            <pc:sldMk cId="1773394510" sldId="297"/>
            <ac:spMk id="24" creationId="{223AC9C4-945F-D278-65F6-1BB615E4955F}"/>
          </ac:spMkLst>
        </pc:spChg>
        <pc:spChg chg="mod">
          <ac:chgData name="darth kn" userId="9a487fc92cd96908" providerId="LiveId" clId="{DCE76C33-A390-4ACD-A8CB-750A38297E95}" dt="2026-06-08T04:16:06.964" v="1589" actId="1076"/>
          <ac:spMkLst>
            <pc:docMk/>
            <pc:sldMk cId="1773394510" sldId="297"/>
            <ac:spMk id="25" creationId="{821B2FE8-1C87-B750-BE19-EA263443A0EF}"/>
          </ac:spMkLst>
        </pc:spChg>
        <pc:grpChg chg="del">
          <ac:chgData name="darth kn" userId="9a487fc92cd96908" providerId="LiveId" clId="{DCE76C33-A390-4ACD-A8CB-750A38297E95}" dt="2026-06-08T04:16:00.296" v="1588" actId="478"/>
          <ac:grpSpMkLst>
            <pc:docMk/>
            <pc:sldMk cId="1773394510" sldId="297"/>
            <ac:grpSpMk id="16" creationId="{517AC506-7476-075F-6A93-5055F135E583}"/>
          </ac:grpSpMkLst>
        </pc:grpChg>
        <pc:grpChg chg="mod">
          <ac:chgData name="darth kn" userId="9a487fc92cd96908" providerId="LiveId" clId="{DCE76C33-A390-4ACD-A8CB-750A38297E95}" dt="2026-06-08T04:16:06.964" v="1589" actId="1076"/>
          <ac:grpSpMkLst>
            <pc:docMk/>
            <pc:sldMk cId="1773394510" sldId="297"/>
            <ac:grpSpMk id="21" creationId="{CAD37473-1885-716A-9350-1BC3CE679182}"/>
          </ac:grpSpMkLst>
        </pc:grpChg>
        <pc:picChg chg="add mod">
          <ac:chgData name="darth kn" userId="9a487fc92cd96908" providerId="LiveId" clId="{DCE76C33-A390-4ACD-A8CB-750A38297E95}" dt="2026-06-08T04:16:18.268" v="1593" actId="1076"/>
          <ac:picMkLst>
            <pc:docMk/>
            <pc:sldMk cId="1773394510" sldId="297"/>
            <ac:picMk id="3" creationId="{61F81602-3107-7CB8-EC97-0F15FAD88825}"/>
          </ac:picMkLst>
        </pc:picChg>
        <pc:picChg chg="del">
          <ac:chgData name="darth kn" userId="9a487fc92cd96908" providerId="LiveId" clId="{DCE76C33-A390-4ACD-A8CB-750A38297E95}" dt="2026-06-08T04:12:31.225" v="1582" actId="478"/>
          <ac:picMkLst>
            <pc:docMk/>
            <pc:sldMk cId="1773394510" sldId="297"/>
            <ac:picMk id="26" creationId="{8CD01BD9-5841-32B7-0D92-EB66A36E65D5}"/>
          </ac:picMkLst>
        </pc:picChg>
      </pc:sldChg>
      <pc:sldChg chg="addSp delSp modSp add mod">
        <pc:chgData name="darth kn" userId="9a487fc92cd96908" providerId="LiveId" clId="{DCE76C33-A390-4ACD-A8CB-750A38297E95}" dt="2026-06-09T02:40:30.906" v="2871" actId="207"/>
        <pc:sldMkLst>
          <pc:docMk/>
          <pc:sldMk cId="1412298077" sldId="298"/>
        </pc:sldMkLst>
        <pc:spChg chg="del">
          <ac:chgData name="darth kn" userId="9a487fc92cd96908" providerId="LiveId" clId="{DCE76C33-A390-4ACD-A8CB-750A38297E95}" dt="2026-06-09T02:18:23.437" v="2499" actId="478"/>
          <ac:spMkLst>
            <pc:docMk/>
            <pc:sldMk cId="1412298077" sldId="298"/>
            <ac:spMk id="2" creationId="{B54451A3-45C5-A519-F169-11C6B9B415F5}"/>
          </ac:spMkLst>
        </pc:spChg>
        <pc:spChg chg="mod">
          <ac:chgData name="darth kn" userId="9a487fc92cd96908" providerId="LiveId" clId="{DCE76C33-A390-4ACD-A8CB-750A38297E95}" dt="2026-06-09T02:21:51.073" v="2552" actId="1076"/>
          <ac:spMkLst>
            <pc:docMk/>
            <pc:sldMk cId="1412298077" sldId="298"/>
            <ac:spMk id="11" creationId="{48A21C81-DE89-FF1F-E7E3-A52AB2680747}"/>
          </ac:spMkLst>
        </pc:spChg>
        <pc:spChg chg="add mod">
          <ac:chgData name="darth kn" userId="9a487fc92cd96908" providerId="LiveId" clId="{DCE76C33-A390-4ACD-A8CB-750A38297E95}" dt="2026-06-09T02:22:04.117" v="2554" actId="1076"/>
          <ac:spMkLst>
            <pc:docMk/>
            <pc:sldMk cId="1412298077" sldId="298"/>
            <ac:spMk id="15" creationId="{D04E4565-9FE7-11AF-986B-8FA7598E0CD3}"/>
          </ac:spMkLst>
        </pc:spChg>
        <pc:spChg chg="add mod">
          <ac:chgData name="darth kn" userId="9a487fc92cd96908" providerId="LiveId" clId="{DCE76C33-A390-4ACD-A8CB-750A38297E95}" dt="2026-06-09T02:21:58.757" v="2553" actId="1076"/>
          <ac:spMkLst>
            <pc:docMk/>
            <pc:sldMk cId="1412298077" sldId="298"/>
            <ac:spMk id="16" creationId="{1696DBD3-662E-683D-2B13-837AFB8ED78C}"/>
          </ac:spMkLst>
        </pc:spChg>
        <pc:spChg chg="add mod">
          <ac:chgData name="darth kn" userId="9a487fc92cd96908" providerId="LiveId" clId="{DCE76C33-A390-4ACD-A8CB-750A38297E95}" dt="2026-06-09T02:23:39.206" v="2592" actId="1076"/>
          <ac:spMkLst>
            <pc:docMk/>
            <pc:sldMk cId="1412298077" sldId="298"/>
            <ac:spMk id="17" creationId="{0F68A33C-C59B-D154-D869-F728ABFEE1C2}"/>
          </ac:spMkLst>
        </pc:spChg>
        <pc:spChg chg="add mod">
          <ac:chgData name="darth kn" userId="9a487fc92cd96908" providerId="LiveId" clId="{DCE76C33-A390-4ACD-A8CB-750A38297E95}" dt="2026-06-09T02:23:27.290" v="2590" actId="20577"/>
          <ac:spMkLst>
            <pc:docMk/>
            <pc:sldMk cId="1412298077" sldId="298"/>
            <ac:spMk id="22" creationId="{689EC991-0E1F-2250-AC76-9FEA61B2AEFA}"/>
          </ac:spMkLst>
        </pc:spChg>
        <pc:spChg chg="add mod">
          <ac:chgData name="darth kn" userId="9a487fc92cd96908" providerId="LiveId" clId="{DCE76C33-A390-4ACD-A8CB-750A38297E95}" dt="2026-06-09T02:23:33.668" v="2591" actId="1076"/>
          <ac:spMkLst>
            <pc:docMk/>
            <pc:sldMk cId="1412298077" sldId="298"/>
            <ac:spMk id="23" creationId="{AD1208B7-931B-DC5D-7E8E-2E713E112B01}"/>
          </ac:spMkLst>
        </pc:spChg>
        <pc:spChg chg="add mod">
          <ac:chgData name="darth kn" userId="9a487fc92cd96908" providerId="LiveId" clId="{DCE76C33-A390-4ACD-A8CB-750A38297E95}" dt="2026-06-09T02:24:27.619" v="2621" actId="1076"/>
          <ac:spMkLst>
            <pc:docMk/>
            <pc:sldMk cId="1412298077" sldId="298"/>
            <ac:spMk id="24" creationId="{76A6032A-2CD2-AF6B-D5E3-11A5FD709AA5}"/>
          </ac:spMkLst>
        </pc:spChg>
        <pc:spChg chg="add mod">
          <ac:chgData name="darth kn" userId="9a487fc92cd96908" providerId="LiveId" clId="{DCE76C33-A390-4ACD-A8CB-750A38297E95}" dt="2026-06-09T02:24:39.706" v="2623" actId="1076"/>
          <ac:spMkLst>
            <pc:docMk/>
            <pc:sldMk cId="1412298077" sldId="298"/>
            <ac:spMk id="25" creationId="{3EE4D3B7-679D-E6B3-3FDB-8745B673EA80}"/>
          </ac:spMkLst>
        </pc:spChg>
        <pc:spChg chg="add mod ord">
          <ac:chgData name="darth kn" userId="9a487fc92cd96908" providerId="LiveId" clId="{DCE76C33-A390-4ACD-A8CB-750A38297E95}" dt="2026-06-09T02:40:30.906" v="2871" actId="207"/>
          <ac:spMkLst>
            <pc:docMk/>
            <pc:sldMk cId="1412298077" sldId="298"/>
            <ac:spMk id="30" creationId="{BA4FA544-B36C-32E2-21CE-686E5B632DD5}"/>
          </ac:spMkLst>
        </pc:spChg>
        <pc:spChg chg="add mod">
          <ac:chgData name="darth kn" userId="9a487fc92cd96908" providerId="LiveId" clId="{DCE76C33-A390-4ACD-A8CB-750A38297E95}" dt="2026-06-09T02:40:02.555" v="2867" actId="1076"/>
          <ac:spMkLst>
            <pc:docMk/>
            <pc:sldMk cId="1412298077" sldId="298"/>
            <ac:spMk id="32" creationId="{99F466FA-9F4A-1A6E-F8FD-3900FB01E664}"/>
          </ac:spMkLst>
        </pc:spChg>
        <pc:spChg chg="del">
          <ac:chgData name="darth kn" userId="9a487fc92cd96908" providerId="LiveId" clId="{DCE76C33-A390-4ACD-A8CB-750A38297E95}" dt="2026-06-09T02:19:19.690" v="2508" actId="478"/>
          <ac:spMkLst>
            <pc:docMk/>
            <pc:sldMk cId="1412298077" sldId="298"/>
            <ac:spMk id="38" creationId="{3D0A2996-6095-CFAD-CCD9-5F4AAED0A1C2}"/>
          </ac:spMkLst>
        </pc:spChg>
        <pc:spChg chg="mod">
          <ac:chgData name="darth kn" userId="9a487fc92cd96908" providerId="LiveId" clId="{DCE76C33-A390-4ACD-A8CB-750A38297E95}" dt="2026-06-09T02:24:23.984" v="2620" actId="14100"/>
          <ac:spMkLst>
            <pc:docMk/>
            <pc:sldMk cId="1412298077" sldId="298"/>
            <ac:spMk id="40" creationId="{3A280AEB-6D77-0592-7335-423241CB90FE}"/>
          </ac:spMkLst>
        </pc:spChg>
        <pc:spChg chg="del">
          <ac:chgData name="darth kn" userId="9a487fc92cd96908" providerId="LiveId" clId="{DCE76C33-A390-4ACD-A8CB-750A38297E95}" dt="2026-06-09T02:19:11.914" v="2505" actId="478"/>
          <ac:spMkLst>
            <pc:docMk/>
            <pc:sldMk cId="1412298077" sldId="298"/>
            <ac:spMk id="41" creationId="{9C282B9D-6571-B4C7-B700-A544A9E30670}"/>
          </ac:spMkLst>
        </pc:spChg>
        <pc:spChg chg="del">
          <ac:chgData name="darth kn" userId="9a487fc92cd96908" providerId="LiveId" clId="{DCE76C33-A390-4ACD-A8CB-750A38297E95}" dt="2026-06-09T02:19:16.030" v="2507" actId="478"/>
          <ac:spMkLst>
            <pc:docMk/>
            <pc:sldMk cId="1412298077" sldId="298"/>
            <ac:spMk id="43" creationId="{4755ADD2-405C-8A15-EC80-F2AB25B29201}"/>
          </ac:spMkLst>
        </pc:spChg>
        <pc:spChg chg="mod">
          <ac:chgData name="darth kn" userId="9a487fc92cd96908" providerId="LiveId" clId="{DCE76C33-A390-4ACD-A8CB-750A38297E95}" dt="2026-06-09T02:19:50.083" v="2514" actId="403"/>
          <ac:spMkLst>
            <pc:docMk/>
            <pc:sldMk cId="1412298077" sldId="298"/>
            <ac:spMk id="44" creationId="{4BD825A0-ED27-C04F-7D5E-33DC7995B9E3}"/>
          </ac:spMkLst>
        </pc:spChg>
        <pc:spChg chg="del">
          <ac:chgData name="darth kn" userId="9a487fc92cd96908" providerId="LiveId" clId="{DCE76C33-A390-4ACD-A8CB-750A38297E95}" dt="2026-06-09T02:19:13.194" v="2506" actId="478"/>
          <ac:spMkLst>
            <pc:docMk/>
            <pc:sldMk cId="1412298077" sldId="298"/>
            <ac:spMk id="45" creationId="{D0E379EF-4608-0A5F-32FB-07486F52F540}"/>
          </ac:spMkLst>
        </pc:spChg>
        <pc:picChg chg="del">
          <ac:chgData name="darth kn" userId="9a487fc92cd96908" providerId="LiveId" clId="{DCE76C33-A390-4ACD-A8CB-750A38297E95}" dt="2026-06-09T02:18:24.902" v="2500" actId="478"/>
          <ac:picMkLst>
            <pc:docMk/>
            <pc:sldMk cId="1412298077" sldId="298"/>
            <ac:picMk id="4" creationId="{8F7BF902-00F5-8C61-0E20-B79A414BCB00}"/>
          </ac:picMkLst>
        </pc:picChg>
        <pc:picChg chg="add mod">
          <ac:chgData name="darth kn" userId="9a487fc92cd96908" providerId="LiveId" clId="{DCE76C33-A390-4ACD-A8CB-750A38297E95}" dt="2026-06-09T02:21:58.757" v="2553" actId="1076"/>
          <ac:picMkLst>
            <pc:docMk/>
            <pc:sldMk cId="1412298077" sldId="298"/>
            <ac:picMk id="5" creationId="{8A717E05-991F-4859-26EF-4FA56E5E5572}"/>
          </ac:picMkLst>
        </pc:picChg>
        <pc:picChg chg="add mod">
          <ac:chgData name="darth kn" userId="9a487fc92cd96908" providerId="LiveId" clId="{DCE76C33-A390-4ACD-A8CB-750A38297E95}" dt="2026-06-09T02:21:58.757" v="2553" actId="1076"/>
          <ac:picMkLst>
            <pc:docMk/>
            <pc:sldMk cId="1412298077" sldId="298"/>
            <ac:picMk id="10" creationId="{2290CD66-42D7-CCDE-9B80-4FE1AB1BD0B5}"/>
          </ac:picMkLst>
        </pc:picChg>
        <pc:picChg chg="add mod">
          <ac:chgData name="darth kn" userId="9a487fc92cd96908" providerId="LiveId" clId="{DCE76C33-A390-4ACD-A8CB-750A38297E95}" dt="2026-06-09T02:22:08.816" v="2555" actId="1076"/>
          <ac:picMkLst>
            <pc:docMk/>
            <pc:sldMk cId="1412298077" sldId="298"/>
            <ac:picMk id="13" creationId="{5281C93E-3827-C067-B604-A53F8B81605F}"/>
          </ac:picMkLst>
        </pc:picChg>
        <pc:picChg chg="add mod">
          <ac:chgData name="darth kn" userId="9a487fc92cd96908" providerId="LiveId" clId="{DCE76C33-A390-4ACD-A8CB-750A38297E95}" dt="2026-06-09T02:22:59.990" v="2563" actId="1076"/>
          <ac:picMkLst>
            <pc:docMk/>
            <pc:sldMk cId="1412298077" sldId="298"/>
            <ac:picMk id="19" creationId="{DD929495-D792-3D03-7E10-5EF86986A93D}"/>
          </ac:picMkLst>
        </pc:picChg>
        <pc:picChg chg="add mod">
          <ac:chgData name="darth kn" userId="9a487fc92cd96908" providerId="LiveId" clId="{DCE76C33-A390-4ACD-A8CB-750A38297E95}" dt="2026-06-09T02:23:05.752" v="2564" actId="1076"/>
          <ac:picMkLst>
            <pc:docMk/>
            <pc:sldMk cId="1412298077" sldId="298"/>
            <ac:picMk id="21" creationId="{5EE6B12B-6A72-B71D-8493-5EB6E18FAE5E}"/>
          </ac:picMkLst>
        </pc:picChg>
        <pc:picChg chg="add mod">
          <ac:chgData name="darth kn" userId="9a487fc92cd96908" providerId="LiveId" clId="{DCE76C33-A390-4ACD-A8CB-750A38297E95}" dt="2026-06-09T02:24:32.734" v="2622" actId="1076"/>
          <ac:picMkLst>
            <pc:docMk/>
            <pc:sldMk cId="1412298077" sldId="298"/>
            <ac:picMk id="27" creationId="{37CF67E6-B603-AE0D-16D3-2E88A783182F}"/>
          </ac:picMkLst>
        </pc:picChg>
        <pc:picChg chg="add mod modCrop">
          <ac:chgData name="darth kn" userId="9a487fc92cd96908" providerId="LiveId" clId="{DCE76C33-A390-4ACD-A8CB-750A38297E95}" dt="2026-06-09T02:25:32.076" v="2631" actId="732"/>
          <ac:picMkLst>
            <pc:docMk/>
            <pc:sldMk cId="1412298077" sldId="298"/>
            <ac:picMk id="29" creationId="{05608611-2A0B-B744-704F-B7D5244A23A2}"/>
          </ac:picMkLst>
        </pc:picChg>
        <pc:cxnChg chg="del">
          <ac:chgData name="darth kn" userId="9a487fc92cd96908" providerId="LiveId" clId="{DCE76C33-A390-4ACD-A8CB-750A38297E95}" dt="2026-06-09T02:18:21.978" v="2498" actId="478"/>
          <ac:cxnSpMkLst>
            <pc:docMk/>
            <pc:sldMk cId="1412298077" sldId="298"/>
            <ac:cxnSpMk id="9" creationId="{045B4955-E8E5-0509-2CB6-46D384726925}"/>
          </ac:cxnSpMkLst>
        </pc:cxnChg>
        <pc:cxnChg chg="del">
          <ac:chgData name="darth kn" userId="9a487fc92cd96908" providerId="LiveId" clId="{DCE76C33-A390-4ACD-A8CB-750A38297E95}" dt="2026-06-09T02:18:20.433" v="2497" actId="478"/>
          <ac:cxnSpMkLst>
            <pc:docMk/>
            <pc:sldMk cId="1412298077" sldId="298"/>
            <ac:cxnSpMk id="33" creationId="{0E4C9CD2-7130-4522-21A1-8E0937F49FA0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2"/>
          <c:order val="0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Sheet1!$A$2:$A$10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9</c:v>
                </c:pt>
                <c:pt idx="6">
                  <c:v>12</c:v>
                </c:pt>
                <c:pt idx="7">
                  <c:v>15</c:v>
                </c:pt>
                <c:pt idx="8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221-4E34-B1DE-91754F1A4E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59086552"/>
        <c:axId val="659085568"/>
      </c:lineChart>
      <c:catAx>
        <c:axId val="6590865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59085568"/>
        <c:crosses val="autoZero"/>
        <c:auto val="1"/>
        <c:lblAlgn val="ctr"/>
        <c:lblOffset val="100"/>
        <c:noMultiLvlLbl val="0"/>
      </c:catAx>
      <c:valAx>
        <c:axId val="659085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90865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D8CCDA89-8935-4526-F633-DEF60A64836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-654050" y="-1075266"/>
          <a:ext cx="10883900" cy="3344334"/>
        </a:xfrm>
        <a:prstGeom xmlns:a="http://schemas.openxmlformats.org/drawingml/2006/main" prst="rect">
          <a:avLst/>
        </a:prstGeom>
      </cdr:spPr>
    </cdr:pic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5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471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151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549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031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D6266-9266-AEB6-A4CD-73C4146E3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FFA0D3-1BB2-68DB-D1D0-8F1A10B6D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2D1D4F-FFC6-6635-B6DA-8E5106B50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31B50-5633-786D-3CB3-5D597A874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736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79BD7-8E74-66C6-3398-B81FC7C80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50103D-324A-F19F-4A65-DD89FAF686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57A0B-A026-74B4-C4F7-C1852078F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2D4F6-C552-AAC9-50C2-5220DD4C72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806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1D28E-007C-9CE5-17C8-9BCB81E27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EBAD06-28FF-1720-14D5-DDCAAE067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7D003-7A15-64BC-ED8C-D47DA48FE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92FED-BDD8-229B-3271-40F1C9187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886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625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872E0-2A24-2540-BB2C-C2AECCA26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D75E9E-AB36-5733-38A8-C5118FB5B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1E47E9-122B-E305-FD1F-4D90EB59B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CBC48-9BD9-24DF-5971-37E8CD267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3896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39884-D728-E427-A5E2-089175D9E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042202-0BCA-8A9E-BE72-4DDEFC28F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03A30-B4D3-C65C-4287-202B4F42A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78784-F39E-BDC3-F041-3D2E26C6D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0508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94074-771A-69B3-9007-A38E6148B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75DB61-2540-3E60-FF8D-2F606D7BB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AF62D-7781-1EB0-9DB0-08436FA53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03757-162A-0A48-090E-8376EFCA94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2462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88804-5AA5-B660-BD84-6A79C6ACF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B91926-F41B-EE70-7B1F-2163F1DB8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B187A-ED16-36E6-D1D8-A50DEF39D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963DD-44CE-8E45-D252-C493DF530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6691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73FE4-E55C-A487-279D-CE06FD29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83A27-100B-D181-DAD0-854A1C83E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06221-7C44-EBF1-5842-38F996075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A145A-19A6-F37F-804D-4B54AA0103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4484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2947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33C22-5AFE-8B7D-F182-3C5A6B481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8784D5-E33D-DC47-68FA-BF87EA29A1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AF534A-5216-7325-7F5D-9C2AF4BAE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56BD6-CBB5-4683-DEFE-0BFD24D5F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1898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C151B-CD65-DC3A-7AB4-031C0A925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B8B0E9-935D-42B8-F8A5-711BA4D1B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30DAC-B1E2-08DD-73BE-15077CF56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E46A7-324C-A4CA-CF90-11A07DEEA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2985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87BCB-667F-460F-B6E0-8E2FEE5D6EC5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E1E6-CD08-4F56-B25F-4895CB66D4B2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D0A37-8260-4B9A-B5ED-B325B4A312F9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5CD7D-D154-4C47-B55E-D386EA9BDF5B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4EBB6-F2B2-4124-8524-98614DC2B677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4281-F6A7-4FFA-A03A-D86AD5FFD336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AF53E-399F-4F8C-AB84-68B409EA5DE5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CB44-061B-4BA6-9C6D-A72344B0706A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43FFE-8DAE-429A-9331-B5B8C482314E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3E2B-A344-48FE-81AA-2A1696BCADCB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BCE8B-4968-47F2-90BA-2083B757A336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66C8A-DE8A-4656-A5B6-93691C75935C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4367724"/>
            <a:ext cx="9144000" cy="1661993"/>
          </a:xfrm>
        </p:spPr>
        <p:txBody>
          <a:bodyPr lIns="0" tIns="0" rIns="0" bIns="0" anchor="t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Ai4i2020 Predictive Maintenance Dataset Analysis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accent4"/>
                </a:solidFill>
              </a:rPr>
              <a:t>Presentation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 descr="Icon of chart. ">
            <a:extLst>
              <a:ext uri="{FF2B5EF4-FFF2-40B4-BE49-F238E27FC236}">
                <a16:creationId xmlns:a16="http://schemas.microsoft.com/office/drawing/2014/main" id="{B95DF07A-CE7E-4D89-9AA0-25F4FFF3B9C7}"/>
              </a:ext>
            </a:extLst>
          </p:cNvPr>
          <p:cNvGrpSpPr/>
          <p:nvPr/>
        </p:nvGrpSpPr>
        <p:grpSpPr>
          <a:xfrm>
            <a:off x="5851020" y="3646665"/>
            <a:ext cx="489958" cy="492680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Freeform 565">
              <a:extLst>
                <a:ext uri="{FF2B5EF4-FFF2-40B4-BE49-F238E27FC236}">
                  <a16:creationId xmlns:a16="http://schemas.microsoft.com/office/drawing/2014/main" id="{548FC78B-EF83-4185-A63D-1A5A85640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566">
              <a:extLst>
                <a:ext uri="{FF2B5EF4-FFF2-40B4-BE49-F238E27FC236}">
                  <a16:creationId xmlns:a16="http://schemas.microsoft.com/office/drawing/2014/main" id="{B7B50F87-A3AA-4FB6-9692-24BF551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E29A797-7E75-7EC6-F0EA-90274FE9DD19}"/>
              </a:ext>
            </a:extLst>
          </p:cNvPr>
          <p:cNvSpPr txBox="1"/>
          <p:nvPr/>
        </p:nvSpPr>
        <p:spPr>
          <a:xfrm>
            <a:off x="7866744" y="6029717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By: Konstantinos Nikopoulos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EC0C74-7DF7-86C0-DFB8-415F54437DFE}"/>
              </a:ext>
            </a:extLst>
          </p:cNvPr>
          <p:cNvSpPr txBox="1"/>
          <p:nvPr/>
        </p:nvSpPr>
        <p:spPr>
          <a:xfrm>
            <a:off x="324461" y="6029717"/>
            <a:ext cx="5103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Descriptive Statistics for Data Science - 420-972-VA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618A209-6DDD-B1E0-EAA6-CC343A13F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364CFD90-D0E1-4BC3-9D8B-7503E2632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1626" y="1720850"/>
            <a:ext cx="3968750" cy="39687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Dataset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3ECCC05-FF78-40FA-84FF-172821D8B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48275" y="2857500"/>
            <a:ext cx="1695450" cy="16954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</a:rPr>
              <a:t>PROJECT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6178536-4D8A-4FF2-BBDC-4B3E7E0FC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Data Wrangling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6F1356-9015-4B5C-9C64-3C1D963E5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B7F2E37-0ACF-4E8A-9C1D-EC5B65BA2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93025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Interpretations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8F812F5-70AF-4FBD-80D9-D59B3C456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0264" y="323532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4A75A79-A67A-4A23-8588-7FC5EB9A5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Overview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BC62739-FA35-49F8-8929-743B31F55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151447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BB375D-5EE6-4428-9817-2C7DB6B94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Descriptive Statistics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3A511B7-C7F3-4107-9962-1E10D2E0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70300" y="323532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4D7D4B6-62C2-45AB-89A5-3A41DA02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Conclusion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3902602-D4BC-4D44-AC14-BB55A86C5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5055576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4" name="Freeform 1676" descr="Icon of check box. ">
            <a:extLst>
              <a:ext uri="{FF2B5EF4-FFF2-40B4-BE49-F238E27FC236}">
                <a16:creationId xmlns:a16="http://schemas.microsoft.com/office/drawing/2014/main" id="{6FB02354-C73F-4DCF-8004-E9CCA66963EA}"/>
              </a:ext>
            </a:extLst>
          </p:cNvPr>
          <p:cNvSpPr>
            <a:spLocks noEditPoints="1"/>
          </p:cNvSpPr>
          <p:nvPr/>
        </p:nvSpPr>
        <p:spPr bwMode="auto">
          <a:xfrm>
            <a:off x="7129621" y="1811496"/>
            <a:ext cx="345758" cy="345758"/>
          </a:xfrm>
          <a:custGeom>
            <a:avLst/>
            <a:gdLst>
              <a:gd name="T0" fmla="*/ 374 w 719"/>
              <a:gd name="T1" fmla="*/ 267 h 719"/>
              <a:gd name="T2" fmla="*/ 366 w 719"/>
              <a:gd name="T3" fmla="*/ 263 h 719"/>
              <a:gd name="T4" fmla="*/ 362 w 719"/>
              <a:gd name="T5" fmla="*/ 254 h 719"/>
              <a:gd name="T6" fmla="*/ 366 w 719"/>
              <a:gd name="T7" fmla="*/ 247 h 719"/>
              <a:gd name="T8" fmla="*/ 374 w 719"/>
              <a:gd name="T9" fmla="*/ 243 h 719"/>
              <a:gd name="T10" fmla="*/ 621 w 719"/>
              <a:gd name="T11" fmla="*/ 244 h 719"/>
              <a:gd name="T12" fmla="*/ 627 w 719"/>
              <a:gd name="T13" fmla="*/ 250 h 719"/>
              <a:gd name="T14" fmla="*/ 627 w 719"/>
              <a:gd name="T15" fmla="*/ 260 h 719"/>
              <a:gd name="T16" fmla="*/ 621 w 719"/>
              <a:gd name="T17" fmla="*/ 265 h 719"/>
              <a:gd name="T18" fmla="*/ 616 w 719"/>
              <a:gd name="T19" fmla="*/ 528 h 719"/>
              <a:gd name="T20" fmla="*/ 370 w 719"/>
              <a:gd name="T21" fmla="*/ 527 h 719"/>
              <a:gd name="T22" fmla="*/ 363 w 719"/>
              <a:gd name="T23" fmla="*/ 521 h 719"/>
              <a:gd name="T24" fmla="*/ 363 w 719"/>
              <a:gd name="T25" fmla="*/ 512 h 719"/>
              <a:gd name="T26" fmla="*/ 370 w 719"/>
              <a:gd name="T27" fmla="*/ 505 h 719"/>
              <a:gd name="T28" fmla="*/ 616 w 719"/>
              <a:gd name="T29" fmla="*/ 504 h 719"/>
              <a:gd name="T30" fmla="*/ 625 w 719"/>
              <a:gd name="T31" fmla="*/ 507 h 719"/>
              <a:gd name="T32" fmla="*/ 628 w 719"/>
              <a:gd name="T33" fmla="*/ 516 h 719"/>
              <a:gd name="T34" fmla="*/ 625 w 719"/>
              <a:gd name="T35" fmla="*/ 525 h 719"/>
              <a:gd name="T36" fmla="*/ 616 w 719"/>
              <a:gd name="T37" fmla="*/ 528 h 719"/>
              <a:gd name="T38" fmla="*/ 171 w 719"/>
              <a:gd name="T39" fmla="*/ 279 h 719"/>
              <a:gd name="T40" fmla="*/ 164 w 719"/>
              <a:gd name="T41" fmla="*/ 282 h 719"/>
              <a:gd name="T42" fmla="*/ 155 w 719"/>
              <a:gd name="T43" fmla="*/ 279 h 719"/>
              <a:gd name="T44" fmla="*/ 92 w 719"/>
              <a:gd name="T45" fmla="*/ 214 h 719"/>
              <a:gd name="T46" fmla="*/ 92 w 719"/>
              <a:gd name="T47" fmla="*/ 205 h 719"/>
              <a:gd name="T48" fmla="*/ 98 w 719"/>
              <a:gd name="T49" fmla="*/ 198 h 719"/>
              <a:gd name="T50" fmla="*/ 107 w 719"/>
              <a:gd name="T51" fmla="*/ 198 h 719"/>
              <a:gd name="T52" fmla="*/ 164 w 719"/>
              <a:gd name="T53" fmla="*/ 253 h 719"/>
              <a:gd name="T54" fmla="*/ 309 w 719"/>
              <a:gd name="T55" fmla="*/ 109 h 719"/>
              <a:gd name="T56" fmla="*/ 318 w 719"/>
              <a:gd name="T57" fmla="*/ 109 h 719"/>
              <a:gd name="T58" fmla="*/ 325 w 719"/>
              <a:gd name="T59" fmla="*/ 114 h 719"/>
              <a:gd name="T60" fmla="*/ 325 w 719"/>
              <a:gd name="T61" fmla="*/ 124 h 719"/>
              <a:gd name="T62" fmla="*/ 323 w 719"/>
              <a:gd name="T63" fmla="*/ 414 h 719"/>
              <a:gd name="T64" fmla="*/ 168 w 719"/>
              <a:gd name="T65" fmla="*/ 568 h 719"/>
              <a:gd name="T66" fmla="*/ 158 w 719"/>
              <a:gd name="T67" fmla="*/ 568 h 719"/>
              <a:gd name="T68" fmla="*/ 94 w 719"/>
              <a:gd name="T69" fmla="*/ 505 h 719"/>
              <a:gd name="T70" fmla="*/ 91 w 719"/>
              <a:gd name="T71" fmla="*/ 497 h 719"/>
              <a:gd name="T72" fmla="*/ 94 w 719"/>
              <a:gd name="T73" fmla="*/ 488 h 719"/>
              <a:gd name="T74" fmla="*/ 103 w 719"/>
              <a:gd name="T75" fmla="*/ 485 h 719"/>
              <a:gd name="T76" fmla="*/ 111 w 719"/>
              <a:gd name="T77" fmla="*/ 488 h 719"/>
              <a:gd name="T78" fmla="*/ 306 w 719"/>
              <a:gd name="T79" fmla="*/ 397 h 719"/>
              <a:gd name="T80" fmla="*/ 314 w 719"/>
              <a:gd name="T81" fmla="*/ 394 h 719"/>
              <a:gd name="T82" fmla="*/ 323 w 719"/>
              <a:gd name="T83" fmla="*/ 398 h 719"/>
              <a:gd name="T84" fmla="*/ 326 w 719"/>
              <a:gd name="T85" fmla="*/ 406 h 719"/>
              <a:gd name="T86" fmla="*/ 323 w 719"/>
              <a:gd name="T87" fmla="*/ 414 h 719"/>
              <a:gd name="T88" fmla="*/ 12 w 719"/>
              <a:gd name="T89" fmla="*/ 0 h 719"/>
              <a:gd name="T90" fmla="*/ 3 w 719"/>
              <a:gd name="T91" fmla="*/ 5 h 719"/>
              <a:gd name="T92" fmla="*/ 0 w 719"/>
              <a:gd name="T93" fmla="*/ 13 h 719"/>
              <a:gd name="T94" fmla="*/ 1 w 719"/>
              <a:gd name="T95" fmla="*/ 713 h 719"/>
              <a:gd name="T96" fmla="*/ 8 w 719"/>
              <a:gd name="T97" fmla="*/ 719 h 719"/>
              <a:gd name="T98" fmla="*/ 707 w 719"/>
              <a:gd name="T99" fmla="*/ 719 h 719"/>
              <a:gd name="T100" fmla="*/ 716 w 719"/>
              <a:gd name="T101" fmla="*/ 716 h 719"/>
              <a:gd name="T102" fmla="*/ 719 w 719"/>
              <a:gd name="T103" fmla="*/ 707 h 719"/>
              <a:gd name="T104" fmla="*/ 718 w 719"/>
              <a:gd name="T105" fmla="*/ 8 h 719"/>
              <a:gd name="T106" fmla="*/ 711 w 719"/>
              <a:gd name="T107" fmla="*/ 2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719" h="719">
                <a:moveTo>
                  <a:pt x="616" y="267"/>
                </a:moveTo>
                <a:lnTo>
                  <a:pt x="374" y="267"/>
                </a:lnTo>
                <a:lnTo>
                  <a:pt x="370" y="265"/>
                </a:lnTo>
                <a:lnTo>
                  <a:pt x="366" y="263"/>
                </a:lnTo>
                <a:lnTo>
                  <a:pt x="363" y="260"/>
                </a:lnTo>
                <a:lnTo>
                  <a:pt x="362" y="254"/>
                </a:lnTo>
                <a:lnTo>
                  <a:pt x="363" y="250"/>
                </a:lnTo>
                <a:lnTo>
                  <a:pt x="366" y="247"/>
                </a:lnTo>
                <a:lnTo>
                  <a:pt x="370" y="244"/>
                </a:lnTo>
                <a:lnTo>
                  <a:pt x="374" y="243"/>
                </a:lnTo>
                <a:lnTo>
                  <a:pt x="616" y="243"/>
                </a:lnTo>
                <a:lnTo>
                  <a:pt x="621" y="244"/>
                </a:lnTo>
                <a:lnTo>
                  <a:pt x="625" y="247"/>
                </a:lnTo>
                <a:lnTo>
                  <a:pt x="627" y="250"/>
                </a:lnTo>
                <a:lnTo>
                  <a:pt x="628" y="254"/>
                </a:lnTo>
                <a:lnTo>
                  <a:pt x="627" y="260"/>
                </a:lnTo>
                <a:lnTo>
                  <a:pt x="625" y="263"/>
                </a:lnTo>
                <a:lnTo>
                  <a:pt x="621" y="265"/>
                </a:lnTo>
                <a:lnTo>
                  <a:pt x="616" y="267"/>
                </a:lnTo>
                <a:close/>
                <a:moveTo>
                  <a:pt x="616" y="528"/>
                </a:moveTo>
                <a:lnTo>
                  <a:pt x="374" y="528"/>
                </a:lnTo>
                <a:lnTo>
                  <a:pt x="370" y="527"/>
                </a:lnTo>
                <a:lnTo>
                  <a:pt x="366" y="525"/>
                </a:lnTo>
                <a:lnTo>
                  <a:pt x="363" y="521"/>
                </a:lnTo>
                <a:lnTo>
                  <a:pt x="362" y="516"/>
                </a:lnTo>
                <a:lnTo>
                  <a:pt x="363" y="512"/>
                </a:lnTo>
                <a:lnTo>
                  <a:pt x="366" y="507"/>
                </a:lnTo>
                <a:lnTo>
                  <a:pt x="370" y="505"/>
                </a:lnTo>
                <a:lnTo>
                  <a:pt x="374" y="504"/>
                </a:lnTo>
                <a:lnTo>
                  <a:pt x="616" y="504"/>
                </a:lnTo>
                <a:lnTo>
                  <a:pt x="621" y="505"/>
                </a:lnTo>
                <a:lnTo>
                  <a:pt x="625" y="507"/>
                </a:lnTo>
                <a:lnTo>
                  <a:pt x="627" y="512"/>
                </a:lnTo>
                <a:lnTo>
                  <a:pt x="628" y="516"/>
                </a:lnTo>
                <a:lnTo>
                  <a:pt x="627" y="521"/>
                </a:lnTo>
                <a:lnTo>
                  <a:pt x="625" y="525"/>
                </a:lnTo>
                <a:lnTo>
                  <a:pt x="621" y="527"/>
                </a:lnTo>
                <a:lnTo>
                  <a:pt x="616" y="528"/>
                </a:lnTo>
                <a:close/>
                <a:moveTo>
                  <a:pt x="323" y="127"/>
                </a:moveTo>
                <a:lnTo>
                  <a:pt x="171" y="279"/>
                </a:lnTo>
                <a:lnTo>
                  <a:pt x="168" y="282"/>
                </a:lnTo>
                <a:lnTo>
                  <a:pt x="164" y="282"/>
                </a:lnTo>
                <a:lnTo>
                  <a:pt x="158" y="282"/>
                </a:lnTo>
                <a:lnTo>
                  <a:pt x="155" y="279"/>
                </a:lnTo>
                <a:lnTo>
                  <a:pt x="94" y="218"/>
                </a:lnTo>
                <a:lnTo>
                  <a:pt x="92" y="214"/>
                </a:lnTo>
                <a:lnTo>
                  <a:pt x="91" y="209"/>
                </a:lnTo>
                <a:lnTo>
                  <a:pt x="92" y="205"/>
                </a:lnTo>
                <a:lnTo>
                  <a:pt x="94" y="201"/>
                </a:lnTo>
                <a:lnTo>
                  <a:pt x="98" y="198"/>
                </a:lnTo>
                <a:lnTo>
                  <a:pt x="103" y="197"/>
                </a:lnTo>
                <a:lnTo>
                  <a:pt x="107" y="198"/>
                </a:lnTo>
                <a:lnTo>
                  <a:pt x="111" y="201"/>
                </a:lnTo>
                <a:lnTo>
                  <a:pt x="164" y="253"/>
                </a:lnTo>
                <a:lnTo>
                  <a:pt x="306" y="111"/>
                </a:lnTo>
                <a:lnTo>
                  <a:pt x="309" y="109"/>
                </a:lnTo>
                <a:lnTo>
                  <a:pt x="314" y="108"/>
                </a:lnTo>
                <a:lnTo>
                  <a:pt x="318" y="109"/>
                </a:lnTo>
                <a:lnTo>
                  <a:pt x="323" y="111"/>
                </a:lnTo>
                <a:lnTo>
                  <a:pt x="325" y="114"/>
                </a:lnTo>
                <a:lnTo>
                  <a:pt x="326" y="119"/>
                </a:lnTo>
                <a:lnTo>
                  <a:pt x="325" y="124"/>
                </a:lnTo>
                <a:lnTo>
                  <a:pt x="323" y="127"/>
                </a:lnTo>
                <a:close/>
                <a:moveTo>
                  <a:pt x="323" y="414"/>
                </a:moveTo>
                <a:lnTo>
                  <a:pt x="171" y="565"/>
                </a:lnTo>
                <a:lnTo>
                  <a:pt x="168" y="568"/>
                </a:lnTo>
                <a:lnTo>
                  <a:pt x="164" y="569"/>
                </a:lnTo>
                <a:lnTo>
                  <a:pt x="158" y="568"/>
                </a:lnTo>
                <a:lnTo>
                  <a:pt x="155" y="565"/>
                </a:lnTo>
                <a:lnTo>
                  <a:pt x="94" y="505"/>
                </a:lnTo>
                <a:lnTo>
                  <a:pt x="92" y="502"/>
                </a:lnTo>
                <a:lnTo>
                  <a:pt x="91" y="497"/>
                </a:lnTo>
                <a:lnTo>
                  <a:pt x="92" y="493"/>
                </a:lnTo>
                <a:lnTo>
                  <a:pt x="94" y="488"/>
                </a:lnTo>
                <a:lnTo>
                  <a:pt x="98" y="486"/>
                </a:lnTo>
                <a:lnTo>
                  <a:pt x="103" y="485"/>
                </a:lnTo>
                <a:lnTo>
                  <a:pt x="107" y="486"/>
                </a:lnTo>
                <a:lnTo>
                  <a:pt x="111" y="488"/>
                </a:lnTo>
                <a:lnTo>
                  <a:pt x="164" y="540"/>
                </a:lnTo>
                <a:lnTo>
                  <a:pt x="306" y="397"/>
                </a:lnTo>
                <a:lnTo>
                  <a:pt x="309" y="395"/>
                </a:lnTo>
                <a:lnTo>
                  <a:pt x="314" y="394"/>
                </a:lnTo>
                <a:lnTo>
                  <a:pt x="318" y="395"/>
                </a:lnTo>
                <a:lnTo>
                  <a:pt x="323" y="398"/>
                </a:lnTo>
                <a:lnTo>
                  <a:pt x="325" y="401"/>
                </a:lnTo>
                <a:lnTo>
                  <a:pt x="326" y="406"/>
                </a:lnTo>
                <a:lnTo>
                  <a:pt x="325" y="410"/>
                </a:lnTo>
                <a:lnTo>
                  <a:pt x="323" y="414"/>
                </a:lnTo>
                <a:close/>
                <a:moveTo>
                  <a:pt x="707" y="0"/>
                </a:moveTo>
                <a:lnTo>
                  <a:pt x="12" y="0"/>
                </a:lnTo>
                <a:lnTo>
                  <a:pt x="8" y="2"/>
                </a:lnTo>
                <a:lnTo>
                  <a:pt x="3" y="5"/>
                </a:lnTo>
                <a:lnTo>
                  <a:pt x="1" y="8"/>
                </a:lnTo>
                <a:lnTo>
                  <a:pt x="0" y="13"/>
                </a:lnTo>
                <a:lnTo>
                  <a:pt x="0" y="707"/>
                </a:lnTo>
                <a:lnTo>
                  <a:pt x="1" y="713"/>
                </a:lnTo>
                <a:lnTo>
                  <a:pt x="3" y="716"/>
                </a:lnTo>
                <a:lnTo>
                  <a:pt x="8" y="719"/>
                </a:lnTo>
                <a:lnTo>
                  <a:pt x="12" y="719"/>
                </a:lnTo>
                <a:lnTo>
                  <a:pt x="707" y="719"/>
                </a:lnTo>
                <a:lnTo>
                  <a:pt x="711" y="719"/>
                </a:lnTo>
                <a:lnTo>
                  <a:pt x="716" y="716"/>
                </a:lnTo>
                <a:lnTo>
                  <a:pt x="718" y="713"/>
                </a:lnTo>
                <a:lnTo>
                  <a:pt x="719" y="707"/>
                </a:lnTo>
                <a:lnTo>
                  <a:pt x="719" y="13"/>
                </a:lnTo>
                <a:lnTo>
                  <a:pt x="718" y="8"/>
                </a:lnTo>
                <a:lnTo>
                  <a:pt x="716" y="5"/>
                </a:lnTo>
                <a:lnTo>
                  <a:pt x="711" y="2"/>
                </a:lnTo>
                <a:lnTo>
                  <a:pt x="70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2" name="Freeform 4346" descr="Icon of box and whisker chart.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784C43-5529-7FB9-9014-55A2C4097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Overview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rapezoid 1">
            <a:extLst>
              <a:ext uri="{FF2B5EF4-FFF2-40B4-BE49-F238E27FC236}">
                <a16:creationId xmlns:a16="http://schemas.microsoft.com/office/drawing/2014/main" id="{5B804E9F-B6B5-41F9-9B63-9AF435FDC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405667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rapezoid 42">
            <a:extLst>
              <a:ext uri="{FF2B5EF4-FFF2-40B4-BE49-F238E27FC236}">
                <a16:creationId xmlns:a16="http://schemas.microsoft.com/office/drawing/2014/main" id="{0092C447-C8E1-4B12-B012-E6D21CBB1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761132" y="2673357"/>
            <a:ext cx="4336142" cy="2044685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rapezoid 43">
            <a:extLst>
              <a:ext uri="{FF2B5EF4-FFF2-40B4-BE49-F238E27FC236}">
                <a16:creationId xmlns:a16="http://schemas.microsoft.com/office/drawing/2014/main" id="{7E139379-1914-4446-8D6D-984A47041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927930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rapezoid 44">
            <a:extLst>
              <a:ext uri="{FF2B5EF4-FFF2-40B4-BE49-F238E27FC236}">
                <a16:creationId xmlns:a16="http://schemas.microsoft.com/office/drawing/2014/main" id="{F79B51BB-1B30-4ED8-B26D-21EE8BC67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094728" y="2631261"/>
            <a:ext cx="4336142" cy="2044685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rapezoid 45">
            <a:extLst>
              <a:ext uri="{FF2B5EF4-FFF2-40B4-BE49-F238E27FC236}">
                <a16:creationId xmlns:a16="http://schemas.microsoft.com/office/drawing/2014/main" id="{89DA262E-0502-4E65-8ABA-E063880EA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263685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19BFA5-D0CA-4CF0-8499-504D956B6563}"/>
              </a:ext>
            </a:extLst>
          </p:cNvPr>
          <p:cNvSpPr/>
          <p:nvPr/>
        </p:nvSpPr>
        <p:spPr>
          <a:xfrm>
            <a:off x="1076604" y="2886560"/>
            <a:ext cx="13716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Analyze data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751D31D-3535-411D-8BAC-95CCC90AB185}"/>
              </a:ext>
            </a:extLst>
          </p:cNvPr>
          <p:cNvSpPr/>
          <p:nvPr/>
        </p:nvSpPr>
        <p:spPr>
          <a:xfrm>
            <a:off x="3243403" y="2886560"/>
            <a:ext cx="13716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Explore data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A4D735A-8F75-4E2A-8F1A-CC303B0718BA}"/>
              </a:ext>
            </a:extLst>
          </p:cNvPr>
          <p:cNvSpPr/>
          <p:nvPr/>
        </p:nvSpPr>
        <p:spPr>
          <a:xfrm>
            <a:off x="5410201" y="2886560"/>
            <a:ext cx="13716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Libraries Used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4AB9282-0505-49EB-AABF-998083225E3A}"/>
              </a:ext>
            </a:extLst>
          </p:cNvPr>
          <p:cNvSpPr/>
          <p:nvPr/>
        </p:nvSpPr>
        <p:spPr>
          <a:xfrm>
            <a:off x="7577000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Tasks Performed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68C4B5-BCEC-465A-ADA5-6A054B15F7A3}"/>
              </a:ext>
            </a:extLst>
          </p:cNvPr>
          <p:cNvSpPr/>
          <p:nvPr/>
        </p:nvSpPr>
        <p:spPr>
          <a:xfrm>
            <a:off x="9745956" y="2886560"/>
            <a:ext cx="13716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Goal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AA18108-5B8B-4147-84A7-D30A16BEC4EA}"/>
              </a:ext>
            </a:extLst>
          </p:cNvPr>
          <p:cNvSpPr/>
          <p:nvPr/>
        </p:nvSpPr>
        <p:spPr>
          <a:xfrm>
            <a:off x="886383" y="3653603"/>
            <a:ext cx="1752042" cy="71070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CA" sz="1400" dirty="0">
                <a:solidFill>
                  <a:schemeClr val="bg1"/>
                </a:solidFill>
              </a:rPr>
              <a:t>Analyze the AI4I 2020 Predictive Maintenance dataset. 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8534162-B6E2-4579-9DAD-AD8DE07459BC}"/>
              </a:ext>
            </a:extLst>
          </p:cNvPr>
          <p:cNvSpPr/>
          <p:nvPr/>
        </p:nvSpPr>
        <p:spPr>
          <a:xfrm>
            <a:off x="3053182" y="3653603"/>
            <a:ext cx="1752042" cy="71070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CA" sz="1400" dirty="0">
                <a:solidFill>
                  <a:schemeClr val="bg1"/>
                </a:solidFill>
              </a:rPr>
              <a:t>Explore machine operating conditions and failure patterns. </a:t>
            </a:r>
            <a:endParaRPr lang="en-US" sz="1400" dirty="0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535E1C-6EBC-45D8-BCE1-D5B947A61FB6}"/>
              </a:ext>
            </a:extLst>
          </p:cNvPr>
          <p:cNvSpPr/>
          <p:nvPr/>
        </p:nvSpPr>
        <p:spPr>
          <a:xfrm>
            <a:off x="5219979" y="3653603"/>
            <a:ext cx="1752042" cy="13006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CA" sz="1400" dirty="0">
                <a:solidFill>
                  <a:schemeClr val="bg1"/>
                </a:solidFill>
              </a:rPr>
              <a:t>Use Python libraries: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chemeClr val="bg1"/>
                </a:solidFill>
              </a:rPr>
              <a:t>Pandas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chemeClr val="bg1"/>
                </a:solidFill>
              </a:rPr>
              <a:t>NumPy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chemeClr val="bg1"/>
                </a:solidFill>
              </a:rPr>
              <a:t>Matplotlib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chemeClr val="bg1"/>
                </a:solidFill>
              </a:rPr>
              <a:t>Seaborn</a:t>
            </a:r>
          </a:p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FF18A5-7B4E-4493-B38D-E732E033F82F}"/>
              </a:ext>
            </a:extLst>
          </p:cNvPr>
          <p:cNvSpPr/>
          <p:nvPr/>
        </p:nvSpPr>
        <p:spPr>
          <a:xfrm>
            <a:off x="7386779" y="3653603"/>
            <a:ext cx="1752042" cy="129266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CA" sz="1400" dirty="0">
                <a:solidFill>
                  <a:schemeClr val="bg1"/>
                </a:solidFill>
              </a:rPr>
              <a:t>Perform: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chemeClr val="bg1"/>
                </a:solidFill>
              </a:rPr>
              <a:t>Data wrangling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chemeClr val="bg1"/>
                </a:solidFill>
              </a:rPr>
              <a:t>Descriptive statistics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chemeClr val="bg1"/>
                </a:solidFill>
              </a:rPr>
              <a:t>Data visualization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chemeClr val="bg1"/>
                </a:solidFill>
              </a:rPr>
              <a:t>Result interpretation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BCD242F-9A97-473E-8E17-3F6C3C75CE68}"/>
              </a:ext>
            </a:extLst>
          </p:cNvPr>
          <p:cNvSpPr/>
          <p:nvPr/>
        </p:nvSpPr>
        <p:spPr>
          <a:xfrm>
            <a:off x="9555735" y="3653603"/>
            <a:ext cx="1752042" cy="86177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CA" sz="1400" dirty="0">
                <a:solidFill>
                  <a:schemeClr val="bg1"/>
                </a:solidFill>
              </a:rPr>
              <a:t>Identify relationships between machine operating conditions and machine failures</a:t>
            </a:r>
            <a:r>
              <a:rPr lang="en-CA" sz="1400" dirty="0"/>
              <a:t>.</a:t>
            </a:r>
          </a:p>
        </p:txBody>
      </p:sp>
      <p:sp>
        <p:nvSpPr>
          <p:cNvPr id="57" name="Freeform 4344" descr="Icon of wrench. ">
            <a:extLst>
              <a:ext uri="{FF2B5EF4-FFF2-40B4-BE49-F238E27FC236}">
                <a16:creationId xmlns:a16="http://schemas.microsoft.com/office/drawing/2014/main" id="{C131659B-1A41-4821-9349-1E69BBBB560E}"/>
              </a:ext>
            </a:extLst>
          </p:cNvPr>
          <p:cNvSpPr>
            <a:spLocks/>
          </p:cNvSpPr>
          <p:nvPr/>
        </p:nvSpPr>
        <p:spPr bwMode="auto">
          <a:xfrm>
            <a:off x="3742205" y="2300343"/>
            <a:ext cx="373996" cy="373996"/>
          </a:xfrm>
          <a:custGeom>
            <a:avLst/>
            <a:gdLst>
              <a:gd name="T0" fmla="*/ 853 w 886"/>
              <a:gd name="T1" fmla="*/ 137 h 886"/>
              <a:gd name="T2" fmla="*/ 842 w 886"/>
              <a:gd name="T3" fmla="*/ 134 h 886"/>
              <a:gd name="T4" fmla="*/ 833 w 886"/>
              <a:gd name="T5" fmla="*/ 138 h 886"/>
              <a:gd name="T6" fmla="*/ 646 w 886"/>
              <a:gd name="T7" fmla="*/ 172 h 886"/>
              <a:gd name="T8" fmla="*/ 754 w 886"/>
              <a:gd name="T9" fmla="*/ 46 h 886"/>
              <a:gd name="T10" fmla="*/ 754 w 886"/>
              <a:gd name="T11" fmla="*/ 37 h 886"/>
              <a:gd name="T12" fmla="*/ 747 w 886"/>
              <a:gd name="T13" fmla="*/ 29 h 886"/>
              <a:gd name="T14" fmla="*/ 704 w 886"/>
              <a:gd name="T15" fmla="*/ 12 h 886"/>
              <a:gd name="T16" fmla="*/ 659 w 886"/>
              <a:gd name="T17" fmla="*/ 2 h 886"/>
              <a:gd name="T18" fmla="*/ 615 w 886"/>
              <a:gd name="T19" fmla="*/ 0 h 886"/>
              <a:gd name="T20" fmla="*/ 577 w 886"/>
              <a:gd name="T21" fmla="*/ 6 h 886"/>
              <a:gd name="T22" fmla="*/ 539 w 886"/>
              <a:gd name="T23" fmla="*/ 15 h 886"/>
              <a:gd name="T24" fmla="*/ 505 w 886"/>
              <a:gd name="T25" fmla="*/ 31 h 886"/>
              <a:gd name="T26" fmla="*/ 473 w 886"/>
              <a:gd name="T27" fmla="*/ 52 h 886"/>
              <a:gd name="T28" fmla="*/ 443 w 886"/>
              <a:gd name="T29" fmla="*/ 76 h 886"/>
              <a:gd name="T30" fmla="*/ 405 w 886"/>
              <a:gd name="T31" fmla="*/ 124 h 886"/>
              <a:gd name="T32" fmla="*/ 380 w 886"/>
              <a:gd name="T33" fmla="*/ 178 h 886"/>
              <a:gd name="T34" fmla="*/ 368 w 886"/>
              <a:gd name="T35" fmla="*/ 235 h 886"/>
              <a:gd name="T36" fmla="*/ 368 w 886"/>
              <a:gd name="T37" fmla="*/ 293 h 886"/>
              <a:gd name="T38" fmla="*/ 382 w 886"/>
              <a:gd name="T39" fmla="*/ 351 h 886"/>
              <a:gd name="T40" fmla="*/ 21 w 886"/>
              <a:gd name="T41" fmla="*/ 738 h 886"/>
              <a:gd name="T42" fmla="*/ 7 w 886"/>
              <a:gd name="T43" fmla="*/ 762 h 886"/>
              <a:gd name="T44" fmla="*/ 1 w 886"/>
              <a:gd name="T45" fmla="*/ 787 h 886"/>
              <a:gd name="T46" fmla="*/ 2 w 886"/>
              <a:gd name="T47" fmla="*/ 813 h 886"/>
              <a:gd name="T48" fmla="*/ 11 w 886"/>
              <a:gd name="T49" fmla="*/ 838 h 886"/>
              <a:gd name="T50" fmla="*/ 27 w 886"/>
              <a:gd name="T51" fmla="*/ 860 h 886"/>
              <a:gd name="T52" fmla="*/ 48 w 886"/>
              <a:gd name="T53" fmla="*/ 875 h 886"/>
              <a:gd name="T54" fmla="*/ 73 w 886"/>
              <a:gd name="T55" fmla="*/ 884 h 886"/>
              <a:gd name="T56" fmla="*/ 99 w 886"/>
              <a:gd name="T57" fmla="*/ 885 h 886"/>
              <a:gd name="T58" fmla="*/ 125 w 886"/>
              <a:gd name="T59" fmla="*/ 879 h 886"/>
              <a:gd name="T60" fmla="*/ 148 w 886"/>
              <a:gd name="T61" fmla="*/ 866 h 886"/>
              <a:gd name="T62" fmla="*/ 530 w 886"/>
              <a:gd name="T63" fmla="*/ 502 h 886"/>
              <a:gd name="T64" fmla="*/ 570 w 886"/>
              <a:gd name="T65" fmla="*/ 515 h 886"/>
              <a:gd name="T66" fmla="*/ 612 w 886"/>
              <a:gd name="T67" fmla="*/ 520 h 886"/>
              <a:gd name="T68" fmla="*/ 626 w 886"/>
              <a:gd name="T69" fmla="*/ 520 h 886"/>
              <a:gd name="T70" fmla="*/ 664 w 886"/>
              <a:gd name="T71" fmla="*/ 518 h 886"/>
              <a:gd name="T72" fmla="*/ 702 w 886"/>
              <a:gd name="T73" fmla="*/ 509 h 886"/>
              <a:gd name="T74" fmla="*/ 737 w 886"/>
              <a:gd name="T75" fmla="*/ 496 h 886"/>
              <a:gd name="T76" fmla="*/ 769 w 886"/>
              <a:gd name="T77" fmla="*/ 477 h 886"/>
              <a:gd name="T78" fmla="*/ 800 w 886"/>
              <a:gd name="T79" fmla="*/ 454 h 886"/>
              <a:gd name="T80" fmla="*/ 837 w 886"/>
              <a:gd name="T81" fmla="*/ 413 h 886"/>
              <a:gd name="T82" fmla="*/ 867 w 886"/>
              <a:gd name="T83" fmla="*/ 360 h 886"/>
              <a:gd name="T84" fmla="*/ 883 w 886"/>
              <a:gd name="T85" fmla="*/ 301 h 886"/>
              <a:gd name="T86" fmla="*/ 885 w 886"/>
              <a:gd name="T87" fmla="*/ 241 h 886"/>
              <a:gd name="T88" fmla="*/ 873 w 886"/>
              <a:gd name="T89" fmla="*/ 181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86" h="886">
                <a:moveTo>
                  <a:pt x="857" y="143"/>
                </a:moveTo>
                <a:lnTo>
                  <a:pt x="855" y="139"/>
                </a:lnTo>
                <a:lnTo>
                  <a:pt x="853" y="137"/>
                </a:lnTo>
                <a:lnTo>
                  <a:pt x="849" y="135"/>
                </a:lnTo>
                <a:lnTo>
                  <a:pt x="846" y="133"/>
                </a:lnTo>
                <a:lnTo>
                  <a:pt x="842" y="134"/>
                </a:lnTo>
                <a:lnTo>
                  <a:pt x="839" y="135"/>
                </a:lnTo>
                <a:lnTo>
                  <a:pt x="836" y="136"/>
                </a:lnTo>
                <a:lnTo>
                  <a:pt x="833" y="138"/>
                </a:lnTo>
                <a:lnTo>
                  <a:pt x="712" y="259"/>
                </a:lnTo>
                <a:lnTo>
                  <a:pt x="646" y="259"/>
                </a:lnTo>
                <a:lnTo>
                  <a:pt x="646" y="172"/>
                </a:lnTo>
                <a:lnTo>
                  <a:pt x="751" y="53"/>
                </a:lnTo>
                <a:lnTo>
                  <a:pt x="753" y="49"/>
                </a:lnTo>
                <a:lnTo>
                  <a:pt x="754" y="46"/>
                </a:lnTo>
                <a:lnTo>
                  <a:pt x="755" y="43"/>
                </a:lnTo>
                <a:lnTo>
                  <a:pt x="755" y="39"/>
                </a:lnTo>
                <a:lnTo>
                  <a:pt x="754" y="37"/>
                </a:lnTo>
                <a:lnTo>
                  <a:pt x="752" y="33"/>
                </a:lnTo>
                <a:lnTo>
                  <a:pt x="750" y="31"/>
                </a:lnTo>
                <a:lnTo>
                  <a:pt x="747" y="29"/>
                </a:lnTo>
                <a:lnTo>
                  <a:pt x="733" y="23"/>
                </a:lnTo>
                <a:lnTo>
                  <a:pt x="719" y="16"/>
                </a:lnTo>
                <a:lnTo>
                  <a:pt x="704" y="12"/>
                </a:lnTo>
                <a:lnTo>
                  <a:pt x="689" y="8"/>
                </a:lnTo>
                <a:lnTo>
                  <a:pt x="674" y="5"/>
                </a:lnTo>
                <a:lnTo>
                  <a:pt x="659" y="2"/>
                </a:lnTo>
                <a:lnTo>
                  <a:pt x="643" y="1"/>
                </a:lnTo>
                <a:lnTo>
                  <a:pt x="628" y="0"/>
                </a:lnTo>
                <a:lnTo>
                  <a:pt x="615" y="0"/>
                </a:lnTo>
                <a:lnTo>
                  <a:pt x="602" y="1"/>
                </a:lnTo>
                <a:lnTo>
                  <a:pt x="589" y="3"/>
                </a:lnTo>
                <a:lnTo>
                  <a:pt x="577" y="6"/>
                </a:lnTo>
                <a:lnTo>
                  <a:pt x="564" y="8"/>
                </a:lnTo>
                <a:lnTo>
                  <a:pt x="552" y="11"/>
                </a:lnTo>
                <a:lnTo>
                  <a:pt x="539" y="15"/>
                </a:lnTo>
                <a:lnTo>
                  <a:pt x="527" y="19"/>
                </a:lnTo>
                <a:lnTo>
                  <a:pt x="516" y="25"/>
                </a:lnTo>
                <a:lnTo>
                  <a:pt x="505" y="31"/>
                </a:lnTo>
                <a:lnTo>
                  <a:pt x="493" y="37"/>
                </a:lnTo>
                <a:lnTo>
                  <a:pt x="482" y="44"/>
                </a:lnTo>
                <a:lnTo>
                  <a:pt x="473" y="52"/>
                </a:lnTo>
                <a:lnTo>
                  <a:pt x="462" y="59"/>
                </a:lnTo>
                <a:lnTo>
                  <a:pt x="452" y="68"/>
                </a:lnTo>
                <a:lnTo>
                  <a:pt x="443" y="76"/>
                </a:lnTo>
                <a:lnTo>
                  <a:pt x="429" y="91"/>
                </a:lnTo>
                <a:lnTo>
                  <a:pt x="416" y="107"/>
                </a:lnTo>
                <a:lnTo>
                  <a:pt x="405" y="124"/>
                </a:lnTo>
                <a:lnTo>
                  <a:pt x="396" y="141"/>
                </a:lnTo>
                <a:lnTo>
                  <a:pt x="387" y="160"/>
                </a:lnTo>
                <a:lnTo>
                  <a:pt x="380" y="178"/>
                </a:lnTo>
                <a:lnTo>
                  <a:pt x="374" y="196"/>
                </a:lnTo>
                <a:lnTo>
                  <a:pt x="370" y="215"/>
                </a:lnTo>
                <a:lnTo>
                  <a:pt x="368" y="235"/>
                </a:lnTo>
                <a:lnTo>
                  <a:pt x="366" y="254"/>
                </a:lnTo>
                <a:lnTo>
                  <a:pt x="367" y="274"/>
                </a:lnTo>
                <a:lnTo>
                  <a:pt x="368" y="293"/>
                </a:lnTo>
                <a:lnTo>
                  <a:pt x="371" y="313"/>
                </a:lnTo>
                <a:lnTo>
                  <a:pt x="376" y="332"/>
                </a:lnTo>
                <a:lnTo>
                  <a:pt x="382" y="351"/>
                </a:lnTo>
                <a:lnTo>
                  <a:pt x="390" y="369"/>
                </a:lnTo>
                <a:lnTo>
                  <a:pt x="27" y="732"/>
                </a:lnTo>
                <a:lnTo>
                  <a:pt x="21" y="738"/>
                </a:lnTo>
                <a:lnTo>
                  <a:pt x="16" y="746"/>
                </a:lnTo>
                <a:lnTo>
                  <a:pt x="11" y="753"/>
                </a:lnTo>
                <a:lnTo>
                  <a:pt x="7" y="762"/>
                </a:lnTo>
                <a:lnTo>
                  <a:pt x="4" y="769"/>
                </a:lnTo>
                <a:lnTo>
                  <a:pt x="2" y="778"/>
                </a:lnTo>
                <a:lnTo>
                  <a:pt x="1" y="787"/>
                </a:lnTo>
                <a:lnTo>
                  <a:pt x="0" y="796"/>
                </a:lnTo>
                <a:lnTo>
                  <a:pt x="1" y="805"/>
                </a:lnTo>
                <a:lnTo>
                  <a:pt x="2" y="813"/>
                </a:lnTo>
                <a:lnTo>
                  <a:pt x="4" y="822"/>
                </a:lnTo>
                <a:lnTo>
                  <a:pt x="7" y="830"/>
                </a:lnTo>
                <a:lnTo>
                  <a:pt x="11" y="838"/>
                </a:lnTo>
                <a:lnTo>
                  <a:pt x="15" y="845"/>
                </a:lnTo>
                <a:lnTo>
                  <a:pt x="20" y="853"/>
                </a:lnTo>
                <a:lnTo>
                  <a:pt x="27" y="860"/>
                </a:lnTo>
                <a:lnTo>
                  <a:pt x="33" y="866"/>
                </a:lnTo>
                <a:lnTo>
                  <a:pt x="41" y="871"/>
                </a:lnTo>
                <a:lnTo>
                  <a:pt x="48" y="875"/>
                </a:lnTo>
                <a:lnTo>
                  <a:pt x="55" y="879"/>
                </a:lnTo>
                <a:lnTo>
                  <a:pt x="64" y="882"/>
                </a:lnTo>
                <a:lnTo>
                  <a:pt x="73" y="884"/>
                </a:lnTo>
                <a:lnTo>
                  <a:pt x="81" y="885"/>
                </a:lnTo>
                <a:lnTo>
                  <a:pt x="91" y="886"/>
                </a:lnTo>
                <a:lnTo>
                  <a:pt x="99" y="885"/>
                </a:lnTo>
                <a:lnTo>
                  <a:pt x="108" y="884"/>
                </a:lnTo>
                <a:lnTo>
                  <a:pt x="116" y="882"/>
                </a:lnTo>
                <a:lnTo>
                  <a:pt x="125" y="879"/>
                </a:lnTo>
                <a:lnTo>
                  <a:pt x="133" y="875"/>
                </a:lnTo>
                <a:lnTo>
                  <a:pt x="140" y="871"/>
                </a:lnTo>
                <a:lnTo>
                  <a:pt x="148" y="866"/>
                </a:lnTo>
                <a:lnTo>
                  <a:pt x="154" y="860"/>
                </a:lnTo>
                <a:lnTo>
                  <a:pt x="517" y="497"/>
                </a:lnTo>
                <a:lnTo>
                  <a:pt x="530" y="502"/>
                </a:lnTo>
                <a:lnTo>
                  <a:pt x="543" y="507"/>
                </a:lnTo>
                <a:lnTo>
                  <a:pt x="556" y="512"/>
                </a:lnTo>
                <a:lnTo>
                  <a:pt x="570" y="515"/>
                </a:lnTo>
                <a:lnTo>
                  <a:pt x="584" y="517"/>
                </a:lnTo>
                <a:lnTo>
                  <a:pt x="598" y="519"/>
                </a:lnTo>
                <a:lnTo>
                  <a:pt x="612" y="520"/>
                </a:lnTo>
                <a:lnTo>
                  <a:pt x="626" y="520"/>
                </a:lnTo>
                <a:lnTo>
                  <a:pt x="626" y="520"/>
                </a:lnTo>
                <a:lnTo>
                  <a:pt x="626" y="520"/>
                </a:lnTo>
                <a:lnTo>
                  <a:pt x="639" y="520"/>
                </a:lnTo>
                <a:lnTo>
                  <a:pt x="651" y="519"/>
                </a:lnTo>
                <a:lnTo>
                  <a:pt x="664" y="518"/>
                </a:lnTo>
                <a:lnTo>
                  <a:pt x="677" y="516"/>
                </a:lnTo>
                <a:lnTo>
                  <a:pt x="689" y="513"/>
                </a:lnTo>
                <a:lnTo>
                  <a:pt x="702" y="509"/>
                </a:lnTo>
                <a:lnTo>
                  <a:pt x="714" y="505"/>
                </a:lnTo>
                <a:lnTo>
                  <a:pt x="725" y="501"/>
                </a:lnTo>
                <a:lnTo>
                  <a:pt x="737" y="496"/>
                </a:lnTo>
                <a:lnTo>
                  <a:pt x="748" y="490"/>
                </a:lnTo>
                <a:lnTo>
                  <a:pt x="758" y="484"/>
                </a:lnTo>
                <a:lnTo>
                  <a:pt x="769" y="477"/>
                </a:lnTo>
                <a:lnTo>
                  <a:pt x="780" y="470"/>
                </a:lnTo>
                <a:lnTo>
                  <a:pt x="791" y="462"/>
                </a:lnTo>
                <a:lnTo>
                  <a:pt x="800" y="454"/>
                </a:lnTo>
                <a:lnTo>
                  <a:pt x="810" y="444"/>
                </a:lnTo>
                <a:lnTo>
                  <a:pt x="824" y="429"/>
                </a:lnTo>
                <a:lnTo>
                  <a:pt x="837" y="413"/>
                </a:lnTo>
                <a:lnTo>
                  <a:pt x="848" y="396"/>
                </a:lnTo>
                <a:lnTo>
                  <a:pt x="858" y="378"/>
                </a:lnTo>
                <a:lnTo>
                  <a:pt x="867" y="360"/>
                </a:lnTo>
                <a:lnTo>
                  <a:pt x="873" y="340"/>
                </a:lnTo>
                <a:lnTo>
                  <a:pt x="878" y="321"/>
                </a:lnTo>
                <a:lnTo>
                  <a:pt x="883" y="301"/>
                </a:lnTo>
                <a:lnTo>
                  <a:pt x="885" y="282"/>
                </a:lnTo>
                <a:lnTo>
                  <a:pt x="886" y="261"/>
                </a:lnTo>
                <a:lnTo>
                  <a:pt x="885" y="241"/>
                </a:lnTo>
                <a:lnTo>
                  <a:pt x="883" y="221"/>
                </a:lnTo>
                <a:lnTo>
                  <a:pt x="878" y="200"/>
                </a:lnTo>
                <a:lnTo>
                  <a:pt x="873" y="181"/>
                </a:lnTo>
                <a:lnTo>
                  <a:pt x="865" y="162"/>
                </a:lnTo>
                <a:lnTo>
                  <a:pt x="857" y="1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67" name="Group 66" descr="Icon of abacus. ">
            <a:extLst>
              <a:ext uri="{FF2B5EF4-FFF2-40B4-BE49-F238E27FC236}">
                <a16:creationId xmlns:a16="http://schemas.microsoft.com/office/drawing/2014/main" id="{201B668C-AA5F-454E-8E64-CEA32A839FB8}"/>
              </a:ext>
            </a:extLst>
          </p:cNvPr>
          <p:cNvGrpSpPr/>
          <p:nvPr/>
        </p:nvGrpSpPr>
        <p:grpSpPr>
          <a:xfrm>
            <a:off x="8071577" y="2296118"/>
            <a:ext cx="382447" cy="382447"/>
            <a:chOff x="877888" y="771525"/>
            <a:chExt cx="287338" cy="287338"/>
          </a:xfrm>
          <a:solidFill>
            <a:schemeClr val="bg1"/>
          </a:solidFill>
        </p:grpSpPr>
        <p:sp>
          <p:nvSpPr>
            <p:cNvPr id="68" name="Freeform 324">
              <a:extLst>
                <a:ext uri="{FF2B5EF4-FFF2-40B4-BE49-F238E27FC236}">
                  <a16:creationId xmlns:a16="http://schemas.microsoft.com/office/drawing/2014/main" id="{EEBBB4D9-8AD5-4868-B9F5-568F0C326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888" y="771525"/>
              <a:ext cx="61913" cy="287338"/>
            </a:xfrm>
            <a:custGeom>
              <a:avLst/>
              <a:gdLst>
                <a:gd name="T0" fmla="*/ 0 w 196"/>
                <a:gd name="T1" fmla="*/ 888 h 903"/>
                <a:gd name="T2" fmla="*/ 1 w 196"/>
                <a:gd name="T3" fmla="*/ 895 h 903"/>
                <a:gd name="T4" fmla="*/ 4 w 196"/>
                <a:gd name="T5" fmla="*/ 899 h 903"/>
                <a:gd name="T6" fmla="*/ 10 w 196"/>
                <a:gd name="T7" fmla="*/ 902 h 903"/>
                <a:gd name="T8" fmla="*/ 15 w 196"/>
                <a:gd name="T9" fmla="*/ 903 h 903"/>
                <a:gd name="T10" fmla="*/ 196 w 196"/>
                <a:gd name="T11" fmla="*/ 798 h 903"/>
                <a:gd name="T12" fmla="*/ 160 w 196"/>
                <a:gd name="T13" fmla="*/ 797 h 903"/>
                <a:gd name="T14" fmla="*/ 149 w 196"/>
                <a:gd name="T15" fmla="*/ 793 h 903"/>
                <a:gd name="T16" fmla="*/ 141 w 196"/>
                <a:gd name="T17" fmla="*/ 785 h 903"/>
                <a:gd name="T18" fmla="*/ 136 w 196"/>
                <a:gd name="T19" fmla="*/ 774 h 903"/>
                <a:gd name="T20" fmla="*/ 136 w 196"/>
                <a:gd name="T21" fmla="*/ 738 h 903"/>
                <a:gd name="T22" fmla="*/ 138 w 196"/>
                <a:gd name="T23" fmla="*/ 726 h 903"/>
                <a:gd name="T24" fmla="*/ 145 w 196"/>
                <a:gd name="T25" fmla="*/ 717 h 903"/>
                <a:gd name="T26" fmla="*/ 155 w 196"/>
                <a:gd name="T27" fmla="*/ 710 h 903"/>
                <a:gd name="T28" fmla="*/ 166 w 196"/>
                <a:gd name="T29" fmla="*/ 708 h 903"/>
                <a:gd name="T30" fmla="*/ 196 w 196"/>
                <a:gd name="T31" fmla="*/ 346 h 903"/>
                <a:gd name="T32" fmla="*/ 160 w 196"/>
                <a:gd name="T33" fmla="*/ 345 h 903"/>
                <a:gd name="T34" fmla="*/ 149 w 196"/>
                <a:gd name="T35" fmla="*/ 341 h 903"/>
                <a:gd name="T36" fmla="*/ 141 w 196"/>
                <a:gd name="T37" fmla="*/ 333 h 903"/>
                <a:gd name="T38" fmla="*/ 136 w 196"/>
                <a:gd name="T39" fmla="*/ 322 h 903"/>
                <a:gd name="T40" fmla="*/ 136 w 196"/>
                <a:gd name="T41" fmla="*/ 286 h 903"/>
                <a:gd name="T42" fmla="*/ 138 w 196"/>
                <a:gd name="T43" fmla="*/ 275 h 903"/>
                <a:gd name="T44" fmla="*/ 145 w 196"/>
                <a:gd name="T45" fmla="*/ 265 h 903"/>
                <a:gd name="T46" fmla="*/ 155 w 196"/>
                <a:gd name="T47" fmla="*/ 259 h 903"/>
                <a:gd name="T48" fmla="*/ 166 w 196"/>
                <a:gd name="T49" fmla="*/ 256 h 903"/>
                <a:gd name="T50" fmla="*/ 196 w 196"/>
                <a:gd name="T51" fmla="*/ 196 h 903"/>
                <a:gd name="T52" fmla="*/ 160 w 196"/>
                <a:gd name="T53" fmla="*/ 195 h 903"/>
                <a:gd name="T54" fmla="*/ 149 w 196"/>
                <a:gd name="T55" fmla="*/ 191 h 903"/>
                <a:gd name="T56" fmla="*/ 141 w 196"/>
                <a:gd name="T57" fmla="*/ 182 h 903"/>
                <a:gd name="T58" fmla="*/ 136 w 196"/>
                <a:gd name="T59" fmla="*/ 172 h 903"/>
                <a:gd name="T60" fmla="*/ 136 w 196"/>
                <a:gd name="T61" fmla="*/ 135 h 903"/>
                <a:gd name="T62" fmla="*/ 138 w 196"/>
                <a:gd name="T63" fmla="*/ 123 h 903"/>
                <a:gd name="T64" fmla="*/ 145 w 196"/>
                <a:gd name="T65" fmla="*/ 115 h 903"/>
                <a:gd name="T66" fmla="*/ 155 w 196"/>
                <a:gd name="T67" fmla="*/ 108 h 903"/>
                <a:gd name="T68" fmla="*/ 166 w 196"/>
                <a:gd name="T69" fmla="*/ 105 h 903"/>
                <a:gd name="T70" fmla="*/ 196 w 196"/>
                <a:gd name="T71" fmla="*/ 0 h 903"/>
                <a:gd name="T72" fmla="*/ 12 w 196"/>
                <a:gd name="T73" fmla="*/ 0 h 903"/>
                <a:gd name="T74" fmla="*/ 7 w 196"/>
                <a:gd name="T75" fmla="*/ 2 h 903"/>
                <a:gd name="T76" fmla="*/ 3 w 196"/>
                <a:gd name="T77" fmla="*/ 6 h 903"/>
                <a:gd name="T78" fmla="*/ 1 w 196"/>
                <a:gd name="T79" fmla="*/ 12 h 903"/>
                <a:gd name="T80" fmla="*/ 0 w 196"/>
                <a:gd name="T81" fmla="*/ 15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6" h="903">
                  <a:moveTo>
                    <a:pt x="0" y="15"/>
                  </a:moveTo>
                  <a:lnTo>
                    <a:pt x="0" y="888"/>
                  </a:lnTo>
                  <a:lnTo>
                    <a:pt x="1" y="891"/>
                  </a:lnTo>
                  <a:lnTo>
                    <a:pt x="1" y="895"/>
                  </a:lnTo>
                  <a:lnTo>
                    <a:pt x="3" y="897"/>
                  </a:lnTo>
                  <a:lnTo>
                    <a:pt x="4" y="899"/>
                  </a:lnTo>
                  <a:lnTo>
                    <a:pt x="7" y="901"/>
                  </a:lnTo>
                  <a:lnTo>
                    <a:pt x="10" y="902"/>
                  </a:lnTo>
                  <a:lnTo>
                    <a:pt x="12" y="903"/>
                  </a:lnTo>
                  <a:lnTo>
                    <a:pt x="15" y="903"/>
                  </a:lnTo>
                  <a:lnTo>
                    <a:pt x="196" y="903"/>
                  </a:lnTo>
                  <a:lnTo>
                    <a:pt x="196" y="798"/>
                  </a:lnTo>
                  <a:lnTo>
                    <a:pt x="166" y="798"/>
                  </a:lnTo>
                  <a:lnTo>
                    <a:pt x="160" y="797"/>
                  </a:lnTo>
                  <a:lnTo>
                    <a:pt x="155" y="796"/>
                  </a:lnTo>
                  <a:lnTo>
                    <a:pt x="149" y="793"/>
                  </a:lnTo>
                  <a:lnTo>
                    <a:pt x="145" y="789"/>
                  </a:lnTo>
                  <a:lnTo>
                    <a:pt x="141" y="785"/>
                  </a:lnTo>
                  <a:lnTo>
                    <a:pt x="138" y="780"/>
                  </a:lnTo>
                  <a:lnTo>
                    <a:pt x="136" y="774"/>
                  </a:lnTo>
                  <a:lnTo>
                    <a:pt x="136" y="768"/>
                  </a:lnTo>
                  <a:lnTo>
                    <a:pt x="136" y="738"/>
                  </a:lnTo>
                  <a:lnTo>
                    <a:pt x="136" y="732"/>
                  </a:lnTo>
                  <a:lnTo>
                    <a:pt x="138" y="726"/>
                  </a:lnTo>
                  <a:lnTo>
                    <a:pt x="141" y="721"/>
                  </a:lnTo>
                  <a:lnTo>
                    <a:pt x="145" y="717"/>
                  </a:lnTo>
                  <a:lnTo>
                    <a:pt x="149" y="713"/>
                  </a:lnTo>
                  <a:lnTo>
                    <a:pt x="155" y="710"/>
                  </a:lnTo>
                  <a:lnTo>
                    <a:pt x="160" y="708"/>
                  </a:lnTo>
                  <a:lnTo>
                    <a:pt x="166" y="708"/>
                  </a:lnTo>
                  <a:lnTo>
                    <a:pt x="196" y="708"/>
                  </a:lnTo>
                  <a:lnTo>
                    <a:pt x="196" y="346"/>
                  </a:lnTo>
                  <a:lnTo>
                    <a:pt x="166" y="346"/>
                  </a:lnTo>
                  <a:lnTo>
                    <a:pt x="160" y="345"/>
                  </a:lnTo>
                  <a:lnTo>
                    <a:pt x="155" y="344"/>
                  </a:lnTo>
                  <a:lnTo>
                    <a:pt x="149" y="341"/>
                  </a:lnTo>
                  <a:lnTo>
                    <a:pt x="145" y="338"/>
                  </a:lnTo>
                  <a:lnTo>
                    <a:pt x="141" y="333"/>
                  </a:lnTo>
                  <a:lnTo>
                    <a:pt x="138" y="328"/>
                  </a:lnTo>
                  <a:lnTo>
                    <a:pt x="136" y="322"/>
                  </a:lnTo>
                  <a:lnTo>
                    <a:pt x="136" y="316"/>
                  </a:lnTo>
                  <a:lnTo>
                    <a:pt x="136" y="286"/>
                  </a:lnTo>
                  <a:lnTo>
                    <a:pt x="136" y="280"/>
                  </a:lnTo>
                  <a:lnTo>
                    <a:pt x="138" y="275"/>
                  </a:lnTo>
                  <a:lnTo>
                    <a:pt x="141" y="269"/>
                  </a:lnTo>
                  <a:lnTo>
                    <a:pt x="145" y="265"/>
                  </a:lnTo>
                  <a:lnTo>
                    <a:pt x="149" y="261"/>
                  </a:lnTo>
                  <a:lnTo>
                    <a:pt x="155" y="259"/>
                  </a:lnTo>
                  <a:lnTo>
                    <a:pt x="160" y="256"/>
                  </a:lnTo>
                  <a:lnTo>
                    <a:pt x="166" y="256"/>
                  </a:lnTo>
                  <a:lnTo>
                    <a:pt x="196" y="256"/>
                  </a:lnTo>
                  <a:lnTo>
                    <a:pt x="196" y="196"/>
                  </a:lnTo>
                  <a:lnTo>
                    <a:pt x="166" y="196"/>
                  </a:lnTo>
                  <a:lnTo>
                    <a:pt x="160" y="195"/>
                  </a:lnTo>
                  <a:lnTo>
                    <a:pt x="155" y="193"/>
                  </a:lnTo>
                  <a:lnTo>
                    <a:pt x="149" y="191"/>
                  </a:lnTo>
                  <a:lnTo>
                    <a:pt x="145" y="187"/>
                  </a:lnTo>
                  <a:lnTo>
                    <a:pt x="141" y="182"/>
                  </a:lnTo>
                  <a:lnTo>
                    <a:pt x="138" y="177"/>
                  </a:lnTo>
                  <a:lnTo>
                    <a:pt x="136" y="172"/>
                  </a:lnTo>
                  <a:lnTo>
                    <a:pt x="136" y="165"/>
                  </a:lnTo>
                  <a:lnTo>
                    <a:pt x="136" y="135"/>
                  </a:lnTo>
                  <a:lnTo>
                    <a:pt x="136" y="130"/>
                  </a:lnTo>
                  <a:lnTo>
                    <a:pt x="138" y="123"/>
                  </a:lnTo>
                  <a:lnTo>
                    <a:pt x="141" y="119"/>
                  </a:lnTo>
                  <a:lnTo>
                    <a:pt x="145" y="115"/>
                  </a:lnTo>
                  <a:lnTo>
                    <a:pt x="149" y="110"/>
                  </a:lnTo>
                  <a:lnTo>
                    <a:pt x="155" y="108"/>
                  </a:lnTo>
                  <a:lnTo>
                    <a:pt x="160" y="106"/>
                  </a:lnTo>
                  <a:lnTo>
                    <a:pt x="166" y="105"/>
                  </a:lnTo>
                  <a:lnTo>
                    <a:pt x="196" y="105"/>
                  </a:lnTo>
                  <a:lnTo>
                    <a:pt x="196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9" name="Freeform 325">
              <a:extLst>
                <a:ext uri="{FF2B5EF4-FFF2-40B4-BE49-F238E27FC236}">
                  <a16:creationId xmlns:a16="http://schemas.microsoft.com/office/drawing/2014/main" id="{4E9C428E-133B-4690-9ED6-8917E4F1E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113" y="771525"/>
              <a:ext cx="66675" cy="287338"/>
            </a:xfrm>
            <a:custGeom>
              <a:avLst/>
              <a:gdLst>
                <a:gd name="T0" fmla="*/ 30 w 211"/>
                <a:gd name="T1" fmla="*/ 105 h 903"/>
                <a:gd name="T2" fmla="*/ 41 w 211"/>
                <a:gd name="T3" fmla="*/ 107 h 903"/>
                <a:gd name="T4" fmla="*/ 51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60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557 h 903"/>
                <a:gd name="T22" fmla="*/ 41 w 211"/>
                <a:gd name="T23" fmla="*/ 560 h 903"/>
                <a:gd name="T24" fmla="*/ 51 w 211"/>
                <a:gd name="T25" fmla="*/ 566 h 903"/>
                <a:gd name="T26" fmla="*/ 58 w 211"/>
                <a:gd name="T27" fmla="*/ 576 h 903"/>
                <a:gd name="T28" fmla="*/ 60 w 211"/>
                <a:gd name="T29" fmla="*/ 587 h 903"/>
                <a:gd name="T30" fmla="*/ 60 w 211"/>
                <a:gd name="T31" fmla="*/ 623 h 903"/>
                <a:gd name="T32" fmla="*/ 55 w 211"/>
                <a:gd name="T33" fmla="*/ 634 h 903"/>
                <a:gd name="T34" fmla="*/ 47 w 211"/>
                <a:gd name="T35" fmla="*/ 643 h 903"/>
                <a:gd name="T36" fmla="*/ 36 w 211"/>
                <a:gd name="T37" fmla="*/ 647 h 903"/>
                <a:gd name="T38" fmla="*/ 0 w 211"/>
                <a:gd name="T39" fmla="*/ 648 h 903"/>
                <a:gd name="T40" fmla="*/ 30 w 211"/>
                <a:gd name="T41" fmla="*/ 708 h 903"/>
                <a:gd name="T42" fmla="*/ 41 w 211"/>
                <a:gd name="T43" fmla="*/ 710 h 903"/>
                <a:gd name="T44" fmla="*/ 51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60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497 h 903"/>
                <a:gd name="T64" fmla="*/ 169 w 211"/>
                <a:gd name="T65" fmla="*/ 495 h 903"/>
                <a:gd name="T66" fmla="*/ 159 w 211"/>
                <a:gd name="T67" fmla="*/ 488 h 903"/>
                <a:gd name="T68" fmla="*/ 153 w 211"/>
                <a:gd name="T69" fmla="*/ 478 h 903"/>
                <a:gd name="T70" fmla="*/ 151 w 211"/>
                <a:gd name="T71" fmla="*/ 467 h 903"/>
                <a:gd name="T72" fmla="*/ 151 w 211"/>
                <a:gd name="T73" fmla="*/ 430 h 903"/>
                <a:gd name="T74" fmla="*/ 155 w 211"/>
                <a:gd name="T75" fmla="*/ 419 h 903"/>
                <a:gd name="T76" fmla="*/ 164 w 211"/>
                <a:gd name="T77" fmla="*/ 412 h 903"/>
                <a:gd name="T78" fmla="*/ 174 w 211"/>
                <a:gd name="T79" fmla="*/ 408 h 903"/>
                <a:gd name="T80" fmla="*/ 211 w 211"/>
                <a:gd name="T81" fmla="*/ 407 h 903"/>
                <a:gd name="T82" fmla="*/ 181 w 211"/>
                <a:gd name="T83" fmla="*/ 346 h 903"/>
                <a:gd name="T84" fmla="*/ 169 w 211"/>
                <a:gd name="T85" fmla="*/ 344 h 903"/>
                <a:gd name="T86" fmla="*/ 159 w 211"/>
                <a:gd name="T87" fmla="*/ 338 h 903"/>
                <a:gd name="T88" fmla="*/ 153 w 211"/>
                <a:gd name="T89" fmla="*/ 328 h 903"/>
                <a:gd name="T90" fmla="*/ 151 w 211"/>
                <a:gd name="T91" fmla="*/ 316 h 903"/>
                <a:gd name="T92" fmla="*/ 151 w 211"/>
                <a:gd name="T93" fmla="*/ 280 h 903"/>
                <a:gd name="T94" fmla="*/ 155 w 211"/>
                <a:gd name="T95" fmla="*/ 269 h 903"/>
                <a:gd name="T96" fmla="*/ 164 w 211"/>
                <a:gd name="T97" fmla="*/ 261 h 903"/>
                <a:gd name="T98" fmla="*/ 174 w 211"/>
                <a:gd name="T99" fmla="*/ 256 h 903"/>
                <a:gd name="T100" fmla="*/ 211 w 211"/>
                <a:gd name="T101" fmla="*/ 256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1 w 211"/>
                <a:gd name="T113" fmla="*/ 130 h 903"/>
                <a:gd name="T114" fmla="*/ 155 w 211"/>
                <a:gd name="T115" fmla="*/ 119 h 903"/>
                <a:gd name="T116" fmla="*/ 164 w 211"/>
                <a:gd name="T117" fmla="*/ 110 h 903"/>
                <a:gd name="T118" fmla="*/ 174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1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60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60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1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557"/>
                  </a:lnTo>
                  <a:lnTo>
                    <a:pt x="30" y="557"/>
                  </a:lnTo>
                  <a:lnTo>
                    <a:pt x="36" y="558"/>
                  </a:lnTo>
                  <a:lnTo>
                    <a:pt x="41" y="560"/>
                  </a:lnTo>
                  <a:lnTo>
                    <a:pt x="47" y="562"/>
                  </a:lnTo>
                  <a:lnTo>
                    <a:pt x="51" y="566"/>
                  </a:lnTo>
                  <a:lnTo>
                    <a:pt x="55" y="571"/>
                  </a:lnTo>
                  <a:lnTo>
                    <a:pt x="58" y="576"/>
                  </a:lnTo>
                  <a:lnTo>
                    <a:pt x="60" y="581"/>
                  </a:lnTo>
                  <a:lnTo>
                    <a:pt x="60" y="587"/>
                  </a:lnTo>
                  <a:lnTo>
                    <a:pt x="60" y="618"/>
                  </a:lnTo>
                  <a:lnTo>
                    <a:pt x="60" y="623"/>
                  </a:lnTo>
                  <a:lnTo>
                    <a:pt x="58" y="629"/>
                  </a:lnTo>
                  <a:lnTo>
                    <a:pt x="55" y="634"/>
                  </a:lnTo>
                  <a:lnTo>
                    <a:pt x="51" y="638"/>
                  </a:lnTo>
                  <a:lnTo>
                    <a:pt x="47" y="643"/>
                  </a:lnTo>
                  <a:lnTo>
                    <a:pt x="41" y="645"/>
                  </a:lnTo>
                  <a:lnTo>
                    <a:pt x="36" y="647"/>
                  </a:lnTo>
                  <a:lnTo>
                    <a:pt x="30" y="648"/>
                  </a:lnTo>
                  <a:lnTo>
                    <a:pt x="0" y="648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1" y="710"/>
                  </a:lnTo>
                  <a:lnTo>
                    <a:pt x="47" y="712"/>
                  </a:lnTo>
                  <a:lnTo>
                    <a:pt x="51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60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60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1" y="789"/>
                  </a:lnTo>
                  <a:lnTo>
                    <a:pt x="47" y="793"/>
                  </a:lnTo>
                  <a:lnTo>
                    <a:pt x="41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497"/>
                  </a:lnTo>
                  <a:lnTo>
                    <a:pt x="181" y="497"/>
                  </a:lnTo>
                  <a:lnTo>
                    <a:pt x="174" y="497"/>
                  </a:lnTo>
                  <a:lnTo>
                    <a:pt x="169" y="495"/>
                  </a:lnTo>
                  <a:lnTo>
                    <a:pt x="164" y="491"/>
                  </a:lnTo>
                  <a:lnTo>
                    <a:pt x="159" y="488"/>
                  </a:lnTo>
                  <a:lnTo>
                    <a:pt x="155" y="484"/>
                  </a:lnTo>
                  <a:lnTo>
                    <a:pt x="153" y="478"/>
                  </a:lnTo>
                  <a:lnTo>
                    <a:pt x="151" y="473"/>
                  </a:lnTo>
                  <a:lnTo>
                    <a:pt x="151" y="467"/>
                  </a:lnTo>
                  <a:lnTo>
                    <a:pt x="151" y="437"/>
                  </a:lnTo>
                  <a:lnTo>
                    <a:pt x="151" y="430"/>
                  </a:lnTo>
                  <a:lnTo>
                    <a:pt x="153" y="425"/>
                  </a:lnTo>
                  <a:lnTo>
                    <a:pt x="155" y="419"/>
                  </a:lnTo>
                  <a:lnTo>
                    <a:pt x="159" y="415"/>
                  </a:lnTo>
                  <a:lnTo>
                    <a:pt x="164" y="412"/>
                  </a:lnTo>
                  <a:lnTo>
                    <a:pt x="169" y="409"/>
                  </a:lnTo>
                  <a:lnTo>
                    <a:pt x="174" y="408"/>
                  </a:lnTo>
                  <a:lnTo>
                    <a:pt x="181" y="407"/>
                  </a:lnTo>
                  <a:lnTo>
                    <a:pt x="211" y="407"/>
                  </a:lnTo>
                  <a:lnTo>
                    <a:pt x="211" y="346"/>
                  </a:lnTo>
                  <a:lnTo>
                    <a:pt x="181" y="346"/>
                  </a:lnTo>
                  <a:lnTo>
                    <a:pt x="174" y="345"/>
                  </a:lnTo>
                  <a:lnTo>
                    <a:pt x="169" y="344"/>
                  </a:lnTo>
                  <a:lnTo>
                    <a:pt x="164" y="341"/>
                  </a:lnTo>
                  <a:lnTo>
                    <a:pt x="159" y="338"/>
                  </a:lnTo>
                  <a:lnTo>
                    <a:pt x="155" y="333"/>
                  </a:lnTo>
                  <a:lnTo>
                    <a:pt x="153" y="328"/>
                  </a:lnTo>
                  <a:lnTo>
                    <a:pt x="151" y="322"/>
                  </a:lnTo>
                  <a:lnTo>
                    <a:pt x="151" y="316"/>
                  </a:lnTo>
                  <a:lnTo>
                    <a:pt x="151" y="286"/>
                  </a:lnTo>
                  <a:lnTo>
                    <a:pt x="151" y="280"/>
                  </a:lnTo>
                  <a:lnTo>
                    <a:pt x="153" y="275"/>
                  </a:lnTo>
                  <a:lnTo>
                    <a:pt x="155" y="269"/>
                  </a:lnTo>
                  <a:lnTo>
                    <a:pt x="159" y="265"/>
                  </a:lnTo>
                  <a:lnTo>
                    <a:pt x="164" y="261"/>
                  </a:lnTo>
                  <a:lnTo>
                    <a:pt x="169" y="259"/>
                  </a:lnTo>
                  <a:lnTo>
                    <a:pt x="174" y="256"/>
                  </a:lnTo>
                  <a:lnTo>
                    <a:pt x="181" y="256"/>
                  </a:lnTo>
                  <a:lnTo>
                    <a:pt x="211" y="256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4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5" y="182"/>
                  </a:lnTo>
                  <a:lnTo>
                    <a:pt x="153" y="177"/>
                  </a:lnTo>
                  <a:lnTo>
                    <a:pt x="151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1" y="130"/>
                  </a:lnTo>
                  <a:lnTo>
                    <a:pt x="153" y="123"/>
                  </a:lnTo>
                  <a:lnTo>
                    <a:pt x="155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4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0" name="Freeform 326">
              <a:extLst>
                <a:ext uri="{FF2B5EF4-FFF2-40B4-BE49-F238E27FC236}">
                  <a16:creationId xmlns:a16="http://schemas.microsoft.com/office/drawing/2014/main" id="{505F0C26-0335-4A1D-AA0D-8C830A4F0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325" y="771525"/>
              <a:ext cx="68263" cy="287338"/>
            </a:xfrm>
            <a:custGeom>
              <a:avLst/>
              <a:gdLst>
                <a:gd name="T0" fmla="*/ 30 w 211"/>
                <a:gd name="T1" fmla="*/ 105 h 903"/>
                <a:gd name="T2" fmla="*/ 42 w 211"/>
                <a:gd name="T3" fmla="*/ 107 h 903"/>
                <a:gd name="T4" fmla="*/ 52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59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256 h 903"/>
                <a:gd name="T22" fmla="*/ 42 w 211"/>
                <a:gd name="T23" fmla="*/ 259 h 903"/>
                <a:gd name="T24" fmla="*/ 52 w 211"/>
                <a:gd name="T25" fmla="*/ 265 h 903"/>
                <a:gd name="T26" fmla="*/ 58 w 211"/>
                <a:gd name="T27" fmla="*/ 275 h 903"/>
                <a:gd name="T28" fmla="*/ 60 w 211"/>
                <a:gd name="T29" fmla="*/ 286 h 903"/>
                <a:gd name="T30" fmla="*/ 59 w 211"/>
                <a:gd name="T31" fmla="*/ 322 h 903"/>
                <a:gd name="T32" fmla="*/ 55 w 211"/>
                <a:gd name="T33" fmla="*/ 333 h 903"/>
                <a:gd name="T34" fmla="*/ 47 w 211"/>
                <a:gd name="T35" fmla="*/ 341 h 903"/>
                <a:gd name="T36" fmla="*/ 36 w 211"/>
                <a:gd name="T37" fmla="*/ 345 h 903"/>
                <a:gd name="T38" fmla="*/ 0 w 211"/>
                <a:gd name="T39" fmla="*/ 346 h 903"/>
                <a:gd name="T40" fmla="*/ 30 w 211"/>
                <a:gd name="T41" fmla="*/ 708 h 903"/>
                <a:gd name="T42" fmla="*/ 42 w 211"/>
                <a:gd name="T43" fmla="*/ 710 h 903"/>
                <a:gd name="T44" fmla="*/ 52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59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798 h 903"/>
                <a:gd name="T64" fmla="*/ 169 w 211"/>
                <a:gd name="T65" fmla="*/ 796 h 903"/>
                <a:gd name="T66" fmla="*/ 159 w 211"/>
                <a:gd name="T67" fmla="*/ 789 h 903"/>
                <a:gd name="T68" fmla="*/ 153 w 211"/>
                <a:gd name="T69" fmla="*/ 780 h 903"/>
                <a:gd name="T70" fmla="*/ 151 w 211"/>
                <a:gd name="T71" fmla="*/ 768 h 903"/>
                <a:gd name="T72" fmla="*/ 152 w 211"/>
                <a:gd name="T73" fmla="*/ 732 h 903"/>
                <a:gd name="T74" fmla="*/ 156 w 211"/>
                <a:gd name="T75" fmla="*/ 721 h 903"/>
                <a:gd name="T76" fmla="*/ 164 w 211"/>
                <a:gd name="T77" fmla="*/ 713 h 903"/>
                <a:gd name="T78" fmla="*/ 175 w 211"/>
                <a:gd name="T79" fmla="*/ 708 h 903"/>
                <a:gd name="T80" fmla="*/ 211 w 211"/>
                <a:gd name="T81" fmla="*/ 708 h 903"/>
                <a:gd name="T82" fmla="*/ 181 w 211"/>
                <a:gd name="T83" fmla="*/ 648 h 903"/>
                <a:gd name="T84" fmla="*/ 169 w 211"/>
                <a:gd name="T85" fmla="*/ 645 h 903"/>
                <a:gd name="T86" fmla="*/ 159 w 211"/>
                <a:gd name="T87" fmla="*/ 638 h 903"/>
                <a:gd name="T88" fmla="*/ 153 w 211"/>
                <a:gd name="T89" fmla="*/ 629 h 903"/>
                <a:gd name="T90" fmla="*/ 151 w 211"/>
                <a:gd name="T91" fmla="*/ 618 h 903"/>
                <a:gd name="T92" fmla="*/ 152 w 211"/>
                <a:gd name="T93" fmla="*/ 581 h 903"/>
                <a:gd name="T94" fmla="*/ 156 w 211"/>
                <a:gd name="T95" fmla="*/ 571 h 903"/>
                <a:gd name="T96" fmla="*/ 164 w 211"/>
                <a:gd name="T97" fmla="*/ 562 h 903"/>
                <a:gd name="T98" fmla="*/ 175 w 211"/>
                <a:gd name="T99" fmla="*/ 558 h 903"/>
                <a:gd name="T100" fmla="*/ 211 w 211"/>
                <a:gd name="T101" fmla="*/ 557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2 w 211"/>
                <a:gd name="T113" fmla="*/ 130 h 903"/>
                <a:gd name="T114" fmla="*/ 156 w 211"/>
                <a:gd name="T115" fmla="*/ 119 h 903"/>
                <a:gd name="T116" fmla="*/ 164 w 211"/>
                <a:gd name="T117" fmla="*/ 110 h 903"/>
                <a:gd name="T118" fmla="*/ 175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2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2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2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2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2" y="710"/>
                  </a:lnTo>
                  <a:lnTo>
                    <a:pt x="47" y="712"/>
                  </a:lnTo>
                  <a:lnTo>
                    <a:pt x="52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59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59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2" y="789"/>
                  </a:lnTo>
                  <a:lnTo>
                    <a:pt x="47" y="793"/>
                  </a:lnTo>
                  <a:lnTo>
                    <a:pt x="42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798"/>
                  </a:lnTo>
                  <a:lnTo>
                    <a:pt x="181" y="798"/>
                  </a:lnTo>
                  <a:lnTo>
                    <a:pt x="175" y="797"/>
                  </a:lnTo>
                  <a:lnTo>
                    <a:pt x="169" y="796"/>
                  </a:lnTo>
                  <a:lnTo>
                    <a:pt x="164" y="793"/>
                  </a:lnTo>
                  <a:lnTo>
                    <a:pt x="159" y="789"/>
                  </a:lnTo>
                  <a:lnTo>
                    <a:pt x="156" y="785"/>
                  </a:lnTo>
                  <a:lnTo>
                    <a:pt x="153" y="780"/>
                  </a:lnTo>
                  <a:lnTo>
                    <a:pt x="152" y="774"/>
                  </a:lnTo>
                  <a:lnTo>
                    <a:pt x="151" y="768"/>
                  </a:lnTo>
                  <a:lnTo>
                    <a:pt x="151" y="738"/>
                  </a:lnTo>
                  <a:lnTo>
                    <a:pt x="152" y="732"/>
                  </a:lnTo>
                  <a:lnTo>
                    <a:pt x="153" y="726"/>
                  </a:lnTo>
                  <a:lnTo>
                    <a:pt x="156" y="721"/>
                  </a:lnTo>
                  <a:lnTo>
                    <a:pt x="159" y="717"/>
                  </a:lnTo>
                  <a:lnTo>
                    <a:pt x="164" y="713"/>
                  </a:lnTo>
                  <a:lnTo>
                    <a:pt x="169" y="710"/>
                  </a:lnTo>
                  <a:lnTo>
                    <a:pt x="175" y="708"/>
                  </a:lnTo>
                  <a:lnTo>
                    <a:pt x="181" y="708"/>
                  </a:lnTo>
                  <a:lnTo>
                    <a:pt x="211" y="708"/>
                  </a:lnTo>
                  <a:lnTo>
                    <a:pt x="211" y="648"/>
                  </a:lnTo>
                  <a:lnTo>
                    <a:pt x="181" y="648"/>
                  </a:lnTo>
                  <a:lnTo>
                    <a:pt x="175" y="647"/>
                  </a:lnTo>
                  <a:lnTo>
                    <a:pt x="169" y="645"/>
                  </a:lnTo>
                  <a:lnTo>
                    <a:pt x="164" y="643"/>
                  </a:lnTo>
                  <a:lnTo>
                    <a:pt x="159" y="638"/>
                  </a:lnTo>
                  <a:lnTo>
                    <a:pt x="156" y="634"/>
                  </a:lnTo>
                  <a:lnTo>
                    <a:pt x="153" y="629"/>
                  </a:lnTo>
                  <a:lnTo>
                    <a:pt x="152" y="623"/>
                  </a:lnTo>
                  <a:lnTo>
                    <a:pt x="151" y="618"/>
                  </a:lnTo>
                  <a:lnTo>
                    <a:pt x="151" y="587"/>
                  </a:lnTo>
                  <a:lnTo>
                    <a:pt x="152" y="581"/>
                  </a:lnTo>
                  <a:lnTo>
                    <a:pt x="153" y="576"/>
                  </a:lnTo>
                  <a:lnTo>
                    <a:pt x="156" y="571"/>
                  </a:lnTo>
                  <a:lnTo>
                    <a:pt x="159" y="566"/>
                  </a:lnTo>
                  <a:lnTo>
                    <a:pt x="164" y="562"/>
                  </a:lnTo>
                  <a:lnTo>
                    <a:pt x="169" y="560"/>
                  </a:lnTo>
                  <a:lnTo>
                    <a:pt x="175" y="558"/>
                  </a:lnTo>
                  <a:lnTo>
                    <a:pt x="181" y="557"/>
                  </a:lnTo>
                  <a:lnTo>
                    <a:pt x="211" y="557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5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6" y="182"/>
                  </a:lnTo>
                  <a:lnTo>
                    <a:pt x="153" y="177"/>
                  </a:lnTo>
                  <a:lnTo>
                    <a:pt x="152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2" y="130"/>
                  </a:lnTo>
                  <a:lnTo>
                    <a:pt x="153" y="123"/>
                  </a:lnTo>
                  <a:lnTo>
                    <a:pt x="156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5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1" name="Freeform 327">
              <a:extLst>
                <a:ext uri="{FF2B5EF4-FFF2-40B4-BE49-F238E27FC236}">
                  <a16:creationId xmlns:a16="http://schemas.microsoft.com/office/drawing/2014/main" id="{EE66CB30-F704-45C9-BA83-17BA7DC13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13" y="771525"/>
              <a:ext cx="61913" cy="287338"/>
            </a:xfrm>
            <a:custGeom>
              <a:avLst/>
              <a:gdLst>
                <a:gd name="T0" fmla="*/ 0 w 195"/>
                <a:gd name="T1" fmla="*/ 0 h 903"/>
                <a:gd name="T2" fmla="*/ 30 w 195"/>
                <a:gd name="T3" fmla="*/ 105 h 903"/>
                <a:gd name="T4" fmla="*/ 42 w 195"/>
                <a:gd name="T5" fmla="*/ 107 h 903"/>
                <a:gd name="T6" fmla="*/ 51 w 195"/>
                <a:gd name="T7" fmla="*/ 115 h 903"/>
                <a:gd name="T8" fmla="*/ 58 w 195"/>
                <a:gd name="T9" fmla="*/ 123 h 903"/>
                <a:gd name="T10" fmla="*/ 60 w 195"/>
                <a:gd name="T11" fmla="*/ 135 h 903"/>
                <a:gd name="T12" fmla="*/ 59 w 195"/>
                <a:gd name="T13" fmla="*/ 172 h 903"/>
                <a:gd name="T14" fmla="*/ 55 w 195"/>
                <a:gd name="T15" fmla="*/ 182 h 903"/>
                <a:gd name="T16" fmla="*/ 47 w 195"/>
                <a:gd name="T17" fmla="*/ 191 h 903"/>
                <a:gd name="T18" fmla="*/ 36 w 195"/>
                <a:gd name="T19" fmla="*/ 195 h 903"/>
                <a:gd name="T20" fmla="*/ 0 w 195"/>
                <a:gd name="T21" fmla="*/ 196 h 903"/>
                <a:gd name="T22" fmla="*/ 30 w 195"/>
                <a:gd name="T23" fmla="*/ 256 h 903"/>
                <a:gd name="T24" fmla="*/ 42 w 195"/>
                <a:gd name="T25" fmla="*/ 259 h 903"/>
                <a:gd name="T26" fmla="*/ 51 w 195"/>
                <a:gd name="T27" fmla="*/ 265 h 903"/>
                <a:gd name="T28" fmla="*/ 58 w 195"/>
                <a:gd name="T29" fmla="*/ 275 h 903"/>
                <a:gd name="T30" fmla="*/ 60 w 195"/>
                <a:gd name="T31" fmla="*/ 286 h 903"/>
                <a:gd name="T32" fmla="*/ 59 w 195"/>
                <a:gd name="T33" fmla="*/ 322 h 903"/>
                <a:gd name="T34" fmla="*/ 55 w 195"/>
                <a:gd name="T35" fmla="*/ 333 h 903"/>
                <a:gd name="T36" fmla="*/ 47 w 195"/>
                <a:gd name="T37" fmla="*/ 341 h 903"/>
                <a:gd name="T38" fmla="*/ 36 w 195"/>
                <a:gd name="T39" fmla="*/ 345 h 903"/>
                <a:gd name="T40" fmla="*/ 0 w 195"/>
                <a:gd name="T41" fmla="*/ 346 h 903"/>
                <a:gd name="T42" fmla="*/ 30 w 195"/>
                <a:gd name="T43" fmla="*/ 407 h 903"/>
                <a:gd name="T44" fmla="*/ 42 w 195"/>
                <a:gd name="T45" fmla="*/ 409 h 903"/>
                <a:gd name="T46" fmla="*/ 51 w 195"/>
                <a:gd name="T47" fmla="*/ 415 h 903"/>
                <a:gd name="T48" fmla="*/ 58 w 195"/>
                <a:gd name="T49" fmla="*/ 425 h 903"/>
                <a:gd name="T50" fmla="*/ 60 w 195"/>
                <a:gd name="T51" fmla="*/ 437 h 903"/>
                <a:gd name="T52" fmla="*/ 59 w 195"/>
                <a:gd name="T53" fmla="*/ 473 h 903"/>
                <a:gd name="T54" fmla="*/ 55 w 195"/>
                <a:gd name="T55" fmla="*/ 484 h 903"/>
                <a:gd name="T56" fmla="*/ 47 w 195"/>
                <a:gd name="T57" fmla="*/ 491 h 903"/>
                <a:gd name="T58" fmla="*/ 36 w 195"/>
                <a:gd name="T59" fmla="*/ 497 h 903"/>
                <a:gd name="T60" fmla="*/ 0 w 195"/>
                <a:gd name="T61" fmla="*/ 497 h 903"/>
                <a:gd name="T62" fmla="*/ 180 w 195"/>
                <a:gd name="T63" fmla="*/ 903 h 903"/>
                <a:gd name="T64" fmla="*/ 187 w 195"/>
                <a:gd name="T65" fmla="*/ 902 h 903"/>
                <a:gd name="T66" fmla="*/ 191 w 195"/>
                <a:gd name="T67" fmla="*/ 899 h 903"/>
                <a:gd name="T68" fmla="*/ 194 w 195"/>
                <a:gd name="T69" fmla="*/ 895 h 903"/>
                <a:gd name="T70" fmla="*/ 195 w 195"/>
                <a:gd name="T71" fmla="*/ 888 h 903"/>
                <a:gd name="T72" fmla="*/ 195 w 195"/>
                <a:gd name="T73" fmla="*/ 12 h 903"/>
                <a:gd name="T74" fmla="*/ 193 w 195"/>
                <a:gd name="T75" fmla="*/ 6 h 903"/>
                <a:gd name="T76" fmla="*/ 189 w 195"/>
                <a:gd name="T77" fmla="*/ 2 h 903"/>
                <a:gd name="T78" fmla="*/ 183 w 195"/>
                <a:gd name="T79" fmla="*/ 0 h 903"/>
                <a:gd name="T80" fmla="*/ 180 w 195"/>
                <a:gd name="T81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5" h="903">
                  <a:moveTo>
                    <a:pt x="180" y="0"/>
                  </a:moveTo>
                  <a:lnTo>
                    <a:pt x="0" y="0"/>
                  </a:lnTo>
                  <a:lnTo>
                    <a:pt x="0" y="105"/>
                  </a:ln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1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1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407"/>
                  </a:lnTo>
                  <a:lnTo>
                    <a:pt x="30" y="407"/>
                  </a:lnTo>
                  <a:lnTo>
                    <a:pt x="36" y="408"/>
                  </a:lnTo>
                  <a:lnTo>
                    <a:pt x="42" y="409"/>
                  </a:lnTo>
                  <a:lnTo>
                    <a:pt x="47" y="412"/>
                  </a:lnTo>
                  <a:lnTo>
                    <a:pt x="51" y="415"/>
                  </a:lnTo>
                  <a:lnTo>
                    <a:pt x="55" y="419"/>
                  </a:lnTo>
                  <a:lnTo>
                    <a:pt x="58" y="425"/>
                  </a:lnTo>
                  <a:lnTo>
                    <a:pt x="59" y="430"/>
                  </a:lnTo>
                  <a:lnTo>
                    <a:pt x="60" y="437"/>
                  </a:lnTo>
                  <a:lnTo>
                    <a:pt x="60" y="467"/>
                  </a:lnTo>
                  <a:lnTo>
                    <a:pt x="59" y="473"/>
                  </a:lnTo>
                  <a:lnTo>
                    <a:pt x="58" y="478"/>
                  </a:lnTo>
                  <a:lnTo>
                    <a:pt x="55" y="484"/>
                  </a:lnTo>
                  <a:lnTo>
                    <a:pt x="51" y="488"/>
                  </a:lnTo>
                  <a:lnTo>
                    <a:pt x="47" y="491"/>
                  </a:lnTo>
                  <a:lnTo>
                    <a:pt x="42" y="495"/>
                  </a:lnTo>
                  <a:lnTo>
                    <a:pt x="36" y="497"/>
                  </a:lnTo>
                  <a:lnTo>
                    <a:pt x="30" y="497"/>
                  </a:lnTo>
                  <a:lnTo>
                    <a:pt x="0" y="497"/>
                  </a:lnTo>
                  <a:lnTo>
                    <a:pt x="0" y="903"/>
                  </a:lnTo>
                  <a:lnTo>
                    <a:pt x="180" y="903"/>
                  </a:lnTo>
                  <a:lnTo>
                    <a:pt x="183" y="903"/>
                  </a:lnTo>
                  <a:lnTo>
                    <a:pt x="187" y="902"/>
                  </a:lnTo>
                  <a:lnTo>
                    <a:pt x="189" y="901"/>
                  </a:lnTo>
                  <a:lnTo>
                    <a:pt x="191" y="899"/>
                  </a:lnTo>
                  <a:lnTo>
                    <a:pt x="193" y="897"/>
                  </a:lnTo>
                  <a:lnTo>
                    <a:pt x="194" y="895"/>
                  </a:lnTo>
                  <a:lnTo>
                    <a:pt x="195" y="891"/>
                  </a:lnTo>
                  <a:lnTo>
                    <a:pt x="195" y="888"/>
                  </a:lnTo>
                  <a:lnTo>
                    <a:pt x="195" y="15"/>
                  </a:lnTo>
                  <a:lnTo>
                    <a:pt x="195" y="12"/>
                  </a:lnTo>
                  <a:lnTo>
                    <a:pt x="194" y="10"/>
                  </a:lnTo>
                  <a:lnTo>
                    <a:pt x="193" y="6"/>
                  </a:lnTo>
                  <a:lnTo>
                    <a:pt x="191" y="4"/>
                  </a:lnTo>
                  <a:lnTo>
                    <a:pt x="189" y="2"/>
                  </a:lnTo>
                  <a:lnTo>
                    <a:pt x="187" y="1"/>
                  </a:lnTo>
                  <a:lnTo>
                    <a:pt x="183" y="0"/>
                  </a:lnTo>
                  <a:lnTo>
                    <a:pt x="180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7" name="Graphic 6" descr="Cmd Terminal outline">
            <a:extLst>
              <a:ext uri="{FF2B5EF4-FFF2-40B4-BE49-F238E27FC236}">
                <a16:creationId xmlns:a16="http://schemas.microsoft.com/office/drawing/2014/main" id="{14B6F45D-EE36-8F04-CA83-9548D768E1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49868" y="2296118"/>
            <a:ext cx="575915" cy="575915"/>
          </a:xfrm>
          <a:prstGeom prst="rect">
            <a:avLst/>
          </a:prstGeom>
        </p:spPr>
      </p:pic>
      <p:pic>
        <p:nvPicPr>
          <p:cNvPr id="12" name="Graphic 11" descr="Computer outline">
            <a:extLst>
              <a:ext uri="{FF2B5EF4-FFF2-40B4-BE49-F238E27FC236}">
                <a16:creationId xmlns:a16="http://schemas.microsoft.com/office/drawing/2014/main" id="{35380184-F317-5188-4D97-60220FBD61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19781" y="2230965"/>
            <a:ext cx="551734" cy="551734"/>
          </a:xfrm>
          <a:prstGeom prst="rect">
            <a:avLst/>
          </a:prstGeom>
        </p:spPr>
      </p:pic>
      <p:pic>
        <p:nvPicPr>
          <p:cNvPr id="15" name="Graphic 14" descr="Database outline">
            <a:extLst>
              <a:ext uri="{FF2B5EF4-FFF2-40B4-BE49-F238E27FC236}">
                <a16:creationId xmlns:a16="http://schemas.microsoft.com/office/drawing/2014/main" id="{FF78AC8E-D7BF-5017-3709-24BC630254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4979" y="2198040"/>
            <a:ext cx="578601" cy="57860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705031-3BAE-11B6-8F83-DBFEF358C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ED2F5393-91A3-4102-A584-E902285C5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Dataset Description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9F23A462-D581-4451-A275-D8FA412E1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6270" y="1583260"/>
            <a:ext cx="3136808" cy="287957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FAD125B-9A3B-49A4-B9EC-C8A6D3CF9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69695" y="1583260"/>
            <a:ext cx="3222994" cy="287957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33E4AB5-6FC1-4454-9421-850EF5A4A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55421" y="1583260"/>
            <a:ext cx="3014609" cy="2879577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9943F00-C6CB-4F10-A02B-801F37984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7442" y="5080000"/>
            <a:ext cx="1587500" cy="1587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BEBF752-C33D-4EC4-8210-F7B1D3A10097}"/>
              </a:ext>
            </a:extLst>
          </p:cNvPr>
          <p:cNvSpPr/>
          <p:nvPr/>
        </p:nvSpPr>
        <p:spPr>
          <a:xfrm>
            <a:off x="980409" y="1934956"/>
            <a:ext cx="1795401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Dataset Description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4EC02E4-F054-4111-9038-AE0BDA4C8060}"/>
              </a:ext>
            </a:extLst>
          </p:cNvPr>
          <p:cNvSpPr/>
          <p:nvPr/>
        </p:nvSpPr>
        <p:spPr>
          <a:xfrm>
            <a:off x="5216216" y="2001366"/>
            <a:ext cx="1587500" cy="2769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Key Variables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771041D-83B6-4693-BC25-25AABB3CE3BF}"/>
              </a:ext>
            </a:extLst>
          </p:cNvPr>
          <p:cNvSpPr/>
          <p:nvPr/>
        </p:nvSpPr>
        <p:spPr>
          <a:xfrm>
            <a:off x="9482038" y="2036787"/>
            <a:ext cx="1371600" cy="2769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Failure Types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F8D1DEA-0363-4C10-925D-1D68E14CCEF4}"/>
              </a:ext>
            </a:extLst>
          </p:cNvPr>
          <p:cNvSpPr/>
          <p:nvPr/>
        </p:nvSpPr>
        <p:spPr>
          <a:xfrm>
            <a:off x="8867475" y="2485455"/>
            <a:ext cx="2600725" cy="146193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Tool Wear Failure (TWF)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Heat Dissipation Failure (HDF)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Power Failure (PWF)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Overstrain Failure (OSF)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Random Failure (RNF)</a:t>
            </a:r>
            <a:endParaRPr lang="en-US" sz="1600" dirty="0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69BDC62-882D-49FD-B60A-05F493B04723}"/>
              </a:ext>
            </a:extLst>
          </p:cNvPr>
          <p:cNvSpPr/>
          <p:nvPr/>
        </p:nvSpPr>
        <p:spPr>
          <a:xfrm>
            <a:off x="797753" y="2669998"/>
            <a:ext cx="2153841" cy="98488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CA" sz="1600" dirty="0">
                <a:solidFill>
                  <a:schemeClr val="bg1"/>
                </a:solidFill>
              </a:rPr>
              <a:t>The dataset contains operational and sensor data collected from industrial machines</a:t>
            </a:r>
            <a:r>
              <a:rPr lang="en-CA" sz="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C109BEC-95E0-4EA0-B65C-A8353481F394}"/>
              </a:ext>
            </a:extLst>
          </p:cNvPr>
          <p:cNvSpPr/>
          <p:nvPr/>
        </p:nvSpPr>
        <p:spPr>
          <a:xfrm>
            <a:off x="4957409" y="2431471"/>
            <a:ext cx="2277181" cy="146193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Air Temperature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Process Temperature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Rotational Speed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Torque 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Tool Wear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Machine Failure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4C2CFD5-D506-E8D2-14CA-B89261BF6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04975" y="5080000"/>
            <a:ext cx="1587500" cy="1587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67DF698-BFAB-3C60-E321-A9CB86A9F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81578" y="5080000"/>
            <a:ext cx="1587500" cy="1587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37062B-B476-7723-85AC-19C3F9B99175}"/>
              </a:ext>
            </a:extLst>
          </p:cNvPr>
          <p:cNvSpPr/>
          <p:nvPr/>
        </p:nvSpPr>
        <p:spPr>
          <a:xfrm>
            <a:off x="5460355" y="5627528"/>
            <a:ext cx="1271288" cy="4924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CA" sz="1600" dirty="0">
                <a:solidFill>
                  <a:schemeClr val="bg1"/>
                </a:solidFill>
              </a:rPr>
              <a:t>10,000 rows</a:t>
            </a:r>
          </a:p>
          <a:p>
            <a:r>
              <a:rPr lang="en-CA" sz="1600" dirty="0">
                <a:solidFill>
                  <a:schemeClr val="bg1"/>
                </a:solidFill>
              </a:rPr>
              <a:t>14 columns</a:t>
            </a:r>
            <a:endParaRPr lang="en-CA" sz="1400" dirty="0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33B3E6-16A8-FDDE-84A5-1E7FDB4F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768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DA2BC18-6B0A-19BB-2F11-F05374139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474044"/>
            <a:ext cx="4556119" cy="398990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ACA66C-E302-09F9-3DF5-3BA664A1C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06606" y="997628"/>
            <a:ext cx="3003823" cy="29607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68D67ED-D966-3DF0-EBCC-641D8927C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76556" y="2273093"/>
            <a:ext cx="4257517" cy="406200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284B81-7DEE-5C5F-B80A-ABB3D6C86E48}"/>
              </a:ext>
            </a:extLst>
          </p:cNvPr>
          <p:cNvSpPr/>
          <p:nvPr/>
        </p:nvSpPr>
        <p:spPr>
          <a:xfrm>
            <a:off x="1191817" y="1852958"/>
            <a:ext cx="2629683" cy="30777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Data Wrangling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ACDD95-ED08-B01F-7038-EB3DC900620C}"/>
              </a:ext>
            </a:extLst>
          </p:cNvPr>
          <p:cNvSpPr/>
          <p:nvPr/>
        </p:nvSpPr>
        <p:spPr>
          <a:xfrm>
            <a:off x="5722717" y="1505575"/>
            <a:ext cx="1371600" cy="30777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Outcome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422E6D-C695-7AD9-841C-28E996F85D7D}"/>
              </a:ext>
            </a:extLst>
          </p:cNvPr>
          <p:cNvSpPr/>
          <p:nvPr/>
        </p:nvSpPr>
        <p:spPr>
          <a:xfrm>
            <a:off x="8776138" y="2562402"/>
            <a:ext cx="2438400" cy="30777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Variable Descriptions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951472-0B29-E072-521D-2DF000955E6A}"/>
              </a:ext>
            </a:extLst>
          </p:cNvPr>
          <p:cNvSpPr/>
          <p:nvPr/>
        </p:nvSpPr>
        <p:spPr>
          <a:xfrm>
            <a:off x="5231194" y="2091301"/>
            <a:ext cx="2600725" cy="71070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chemeClr val="bg1"/>
                </a:solidFill>
              </a:rPr>
              <a:t>Dataset was clean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chemeClr val="bg1"/>
                </a:solidFill>
              </a:rPr>
              <a:t>No missing values detected 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chemeClr val="bg1"/>
                </a:solidFill>
              </a:rPr>
              <a:t>No significant duplicate issues</a:t>
            </a:r>
            <a:endParaRPr lang="en-US" sz="1400" dirty="0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6B43BE-47A8-E7F6-1F9A-C282BC46DEBC}"/>
              </a:ext>
            </a:extLst>
          </p:cNvPr>
          <p:cNvSpPr/>
          <p:nvPr/>
        </p:nvSpPr>
        <p:spPr>
          <a:xfrm>
            <a:off x="746711" y="2352659"/>
            <a:ext cx="3533047" cy="227754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CA" sz="1600" b="1" dirty="0">
                <a:solidFill>
                  <a:schemeClr val="bg1"/>
                </a:solidFill>
              </a:rPr>
              <a:t>Tasks Performed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Loaded dataset using Pandas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Inspected: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Shape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Columns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Data types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Missing values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Checked for duplicates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Created variable description table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81D6FE-DF86-2936-BE51-428EAC101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224388-031C-17C9-81A5-89FE835F3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03DB2A3A-565B-BBE2-91DB-03A7E5EC3050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Wrangling</a:t>
            </a:r>
          </a:p>
          <a:p>
            <a:pPr algn="ctr"/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530EFDC-4250-D1E1-1453-77637CEDE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404" y="2955958"/>
            <a:ext cx="3003823" cy="26235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28055E-2B97-0557-0F4E-0C7B5F2BE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911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A588A72A-976E-478A-9DD3-765AB3ED4C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Descriptive Statistics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ECF613A-FCF5-4CC5-AA46-DABB088D7230}"/>
              </a:ext>
            </a:extLst>
          </p:cNvPr>
          <p:cNvSpPr/>
          <p:nvPr/>
        </p:nvSpPr>
        <p:spPr>
          <a:xfrm>
            <a:off x="446315" y="1646132"/>
            <a:ext cx="4162870" cy="95410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indent="-17145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CA" sz="1400" dirty="0"/>
              <a:t>Air Temperature [K]</a:t>
            </a:r>
          </a:p>
          <a:p>
            <a:pPr marL="171450" indent="-17145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CA" sz="1400" dirty="0"/>
              <a:t>Rotational Speed [rpm]</a:t>
            </a:r>
          </a:p>
          <a:p>
            <a:pPr marL="171450" indent="-17145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CA" sz="1400" dirty="0"/>
              <a:t>Torque [Nm]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30C0AE-B52E-4C65-A461-AD2F7D2362DE}"/>
              </a:ext>
            </a:extLst>
          </p:cNvPr>
          <p:cNvSpPr/>
          <p:nvPr/>
        </p:nvSpPr>
        <p:spPr>
          <a:xfrm>
            <a:off x="446315" y="3982349"/>
            <a:ext cx="4162870" cy="95410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indent="-17145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CA" sz="1400" dirty="0" err="1"/>
              <a:t>df.describe</a:t>
            </a:r>
            <a:r>
              <a:rPr lang="en-CA" sz="1400" dirty="0"/>
              <a:t>() </a:t>
            </a:r>
          </a:p>
          <a:p>
            <a:pPr marL="171450" indent="-17145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CA" sz="1400" dirty="0"/>
              <a:t>Python/Dataframe calculations</a:t>
            </a:r>
          </a:p>
          <a:p>
            <a:pPr marL="171450" indent="-17145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CA" sz="1400" dirty="0"/>
              <a:t>Manual NumPy calculations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173DD7D-A9F5-4D7E-A942-64AE3F48B264}"/>
              </a:ext>
            </a:extLst>
          </p:cNvPr>
          <p:cNvSpPr/>
          <p:nvPr/>
        </p:nvSpPr>
        <p:spPr>
          <a:xfrm>
            <a:off x="446315" y="1127604"/>
            <a:ext cx="4162870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Variables Analyzed: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2A2A928-93BB-46FE-9683-5A5BAADF87B3}"/>
              </a:ext>
            </a:extLst>
          </p:cNvPr>
          <p:cNvSpPr/>
          <p:nvPr/>
        </p:nvSpPr>
        <p:spPr>
          <a:xfrm>
            <a:off x="446315" y="3499968"/>
            <a:ext cx="4162870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Methods Used: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A3EDC5-F2EB-343D-5D72-21815559F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077" y="1694038"/>
            <a:ext cx="5277587" cy="13229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5DA67C-F949-582F-4BC2-8C1DF6253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077" y="5354229"/>
            <a:ext cx="3105583" cy="6858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F9476B-E80C-36D2-8C13-B19BAE6B7C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077" y="3982349"/>
            <a:ext cx="5277587" cy="38105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D93AD01-C9B0-0DE0-61CB-575FA481152F}"/>
              </a:ext>
            </a:extLst>
          </p:cNvPr>
          <p:cNvSpPr/>
          <p:nvPr/>
        </p:nvSpPr>
        <p:spPr>
          <a:xfrm>
            <a:off x="6324077" y="4975389"/>
            <a:ext cx="225056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Manual NumPy calculations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D0F655-36CA-2C0B-4B34-B94EC6207576}"/>
              </a:ext>
            </a:extLst>
          </p:cNvPr>
          <p:cNvSpPr/>
          <p:nvPr/>
        </p:nvSpPr>
        <p:spPr>
          <a:xfrm>
            <a:off x="6301883" y="3602409"/>
            <a:ext cx="324927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Python/Dataframe calculations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35EEED-8294-C33A-644A-40D2246BDBD5}"/>
              </a:ext>
            </a:extLst>
          </p:cNvPr>
          <p:cNvSpPr/>
          <p:nvPr/>
        </p:nvSpPr>
        <p:spPr>
          <a:xfrm>
            <a:off x="6324077" y="1361639"/>
            <a:ext cx="2831543" cy="214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Variables summary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A3911F7-7F99-B447-E838-C2D469029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364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33D9B-E4D3-1344-8AB1-D56653DB7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299946CC-47A5-20DB-40DF-6368E905D8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0C2F24-0889-7A15-B5AD-93D2F270C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8A21C81-DE89-FF1F-E7E3-A52AB2680747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Descriptive Statistics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C86580-A0C5-F770-E8E0-9CB311D18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3A280AEB-6D77-0592-7335-423241CB90FE}"/>
              </a:ext>
            </a:extLst>
          </p:cNvPr>
          <p:cNvSpPr/>
          <p:nvPr/>
        </p:nvSpPr>
        <p:spPr>
          <a:xfrm>
            <a:off x="387810" y="1705451"/>
            <a:ext cx="2353003" cy="172354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CA" sz="1600" dirty="0"/>
              <a:t>Mean </a:t>
            </a:r>
          </a:p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CA" sz="1600" dirty="0"/>
              <a:t>Median</a:t>
            </a:r>
          </a:p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CA" sz="1600" dirty="0"/>
              <a:t>Mode</a:t>
            </a:r>
          </a:p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CA" sz="1600" dirty="0"/>
              <a:t>Variance</a:t>
            </a:r>
          </a:p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CA" sz="1600" dirty="0"/>
              <a:t>Standard Deviation</a:t>
            </a:r>
          </a:p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CA" sz="1600" dirty="0"/>
              <a:t>Quartiles</a:t>
            </a:r>
          </a:p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CA" sz="1600" dirty="0"/>
              <a:t>Correlations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BD825A0-ED27-C04F-7D5E-33DC7995B9E3}"/>
              </a:ext>
            </a:extLst>
          </p:cNvPr>
          <p:cNvSpPr/>
          <p:nvPr/>
        </p:nvSpPr>
        <p:spPr>
          <a:xfrm>
            <a:off x="387810" y="1360551"/>
            <a:ext cx="4474476" cy="3077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Statistics Calculated: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717E05-991F-4859-26EF-4FA56E5E5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1910" y="1238631"/>
            <a:ext cx="2353003" cy="6573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90CD66-42D7-CCDE-9B80-4FE1AB1BD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910" y="2339825"/>
            <a:ext cx="2067213" cy="6477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81C93E-3827-C067-B604-A53F8B8160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342" y="3482105"/>
            <a:ext cx="3734321" cy="41915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04E4565-9FE7-11AF-986B-8FA7598E0CD3}"/>
              </a:ext>
            </a:extLst>
          </p:cNvPr>
          <p:cNvSpPr/>
          <p:nvPr/>
        </p:nvSpPr>
        <p:spPr>
          <a:xfrm>
            <a:off x="8121910" y="877728"/>
            <a:ext cx="225056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Mean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96DBD3-662E-683D-2B13-837AFB8ED78C}"/>
              </a:ext>
            </a:extLst>
          </p:cNvPr>
          <p:cNvSpPr/>
          <p:nvPr/>
        </p:nvSpPr>
        <p:spPr>
          <a:xfrm>
            <a:off x="8121910" y="2006511"/>
            <a:ext cx="225056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Median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68A33C-C59B-D154-D869-F728ABFEE1C2}"/>
              </a:ext>
            </a:extLst>
          </p:cNvPr>
          <p:cNvSpPr/>
          <p:nvPr/>
        </p:nvSpPr>
        <p:spPr>
          <a:xfrm>
            <a:off x="8121910" y="3143607"/>
            <a:ext cx="225056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Mode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D929495-D792-3D03-7E10-5EF86986A9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5775" y="4280703"/>
            <a:ext cx="2438740" cy="72400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EE6B12B-6A72-B71D-8493-5EB6E18FAE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0064" y="5372370"/>
            <a:ext cx="2410161" cy="733527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89EC991-0E1F-2250-AC76-9FEA61B2AEFA}"/>
              </a:ext>
            </a:extLst>
          </p:cNvPr>
          <p:cNvSpPr/>
          <p:nvPr/>
        </p:nvSpPr>
        <p:spPr>
          <a:xfrm>
            <a:off x="8121910" y="4024620"/>
            <a:ext cx="225056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Variance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1208B7-931B-DC5D-7E8E-2E713E112B01}"/>
              </a:ext>
            </a:extLst>
          </p:cNvPr>
          <p:cNvSpPr/>
          <p:nvPr/>
        </p:nvSpPr>
        <p:spPr>
          <a:xfrm>
            <a:off x="8105775" y="5086629"/>
            <a:ext cx="225056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Standard Deviation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A6032A-2CD2-AF6B-D5E3-11A5FD709AA5}"/>
              </a:ext>
            </a:extLst>
          </p:cNvPr>
          <p:cNvSpPr/>
          <p:nvPr/>
        </p:nvSpPr>
        <p:spPr>
          <a:xfrm>
            <a:off x="3845440" y="1647809"/>
            <a:ext cx="225056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Quartiles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E4D3B7-679D-E6B3-3FDB-8745B673EA80}"/>
              </a:ext>
            </a:extLst>
          </p:cNvPr>
          <p:cNvSpPr/>
          <p:nvPr/>
        </p:nvSpPr>
        <p:spPr>
          <a:xfrm>
            <a:off x="3845440" y="3035885"/>
            <a:ext cx="225056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Correlations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7CF67E6-B603-AE0D-16D3-2E88A78318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5440" y="1920666"/>
            <a:ext cx="4001058" cy="83831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5608611-2A0B-B744-704F-B7D5244A23A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276"/>
          <a:stretch>
            <a:fillRect/>
          </a:stretch>
        </p:blipFill>
        <p:spPr>
          <a:xfrm>
            <a:off x="3845440" y="3359051"/>
            <a:ext cx="3614902" cy="3085292"/>
          </a:xfrm>
          <a:prstGeom prst="rect">
            <a:avLst/>
          </a:prstGeom>
        </p:spPr>
      </p:pic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D76D3ED9-E1E9-F986-E9D3-DC37B141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7</a:t>
            </a:fld>
            <a:endParaRPr lang="en-US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9F466FA-9F4A-1A6E-F8FD-3900FB01E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794" y="5302073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A4FA544-B36C-32E2-21CE-686E5B632DD5}"/>
              </a:ext>
            </a:extLst>
          </p:cNvPr>
          <p:cNvSpPr/>
          <p:nvPr/>
        </p:nvSpPr>
        <p:spPr>
          <a:xfrm>
            <a:off x="115510" y="5304406"/>
            <a:ext cx="3400069" cy="7386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indent="-171450"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en-CA" sz="1600" dirty="0">
                <a:solidFill>
                  <a:schemeClr val="bg1"/>
                </a:solidFill>
              </a:rPr>
              <a:t>Correlation values close to +1 or -1 indicate strong relationships between variables</a:t>
            </a:r>
            <a:endParaRPr lang="en-US" sz="1600" dirty="0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298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66FAA-3E58-EEBB-281D-2A104016C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0E822020-0F2A-14FC-1286-B523FD368E8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10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2D911B2-42AA-41B9-0F66-2436A209B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D25B06BA-AC11-0502-4B29-C81600718C1F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Rotational Speed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8AC5BF-D4B4-15DA-ECCF-145E89EF6D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7E1A753-81FF-860B-E11E-6D7805C1F8B6}"/>
              </a:ext>
            </a:extLst>
          </p:cNvPr>
          <p:cNvSpPr/>
          <p:nvPr/>
        </p:nvSpPr>
        <p:spPr>
          <a:xfrm>
            <a:off x="7546867" y="2644630"/>
            <a:ext cx="4268298" cy="430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CA" sz="1400" b="1" dirty="0"/>
              <a:t>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Visualize the distribution of rotational speed values.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65B49F-2A4E-CB4F-6BD8-EF6F8D9B0281}"/>
              </a:ext>
            </a:extLst>
          </p:cNvPr>
          <p:cNvSpPr/>
          <p:nvPr/>
        </p:nvSpPr>
        <p:spPr>
          <a:xfrm>
            <a:off x="7546867" y="4164642"/>
            <a:ext cx="4268298" cy="86177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CA" sz="1400" b="1" dirty="0"/>
              <a:t>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Approximately normal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Most machines operate within a common RPM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Few extreme values</a:t>
            </a:r>
          </a:p>
        </p:txBody>
      </p:sp>
      <p:sp>
        <p:nvSpPr>
          <p:cNvPr id="15" name="Freeform 931" descr="Icon of line chart.">
            <a:extLst>
              <a:ext uri="{FF2B5EF4-FFF2-40B4-BE49-F238E27FC236}">
                <a16:creationId xmlns:a16="http://schemas.microsoft.com/office/drawing/2014/main" id="{5A6A0364-9C7B-21E7-D47B-349FEC0BC548}"/>
              </a:ext>
            </a:extLst>
          </p:cNvPr>
          <p:cNvSpPr>
            <a:spLocks noEditPoints="1"/>
          </p:cNvSpPr>
          <p:nvPr/>
        </p:nvSpPr>
        <p:spPr bwMode="auto">
          <a:xfrm>
            <a:off x="9571479" y="2232408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21" name="Group 20" descr="This image is an icon of two sheets of paper. ">
            <a:extLst>
              <a:ext uri="{FF2B5EF4-FFF2-40B4-BE49-F238E27FC236}">
                <a16:creationId xmlns:a16="http://schemas.microsoft.com/office/drawing/2014/main" id="{CAD37473-1885-716A-9350-1BC3CE679182}"/>
              </a:ext>
            </a:extLst>
          </p:cNvPr>
          <p:cNvGrpSpPr/>
          <p:nvPr/>
        </p:nvGrpSpPr>
        <p:grpSpPr>
          <a:xfrm>
            <a:off x="9537347" y="3758033"/>
            <a:ext cx="287338" cy="285750"/>
            <a:chOff x="4319588" y="1370013"/>
            <a:chExt cx="287338" cy="285750"/>
          </a:xfrm>
          <a:solidFill>
            <a:schemeClr val="accent3">
              <a:lumMod val="75000"/>
            </a:schemeClr>
          </a:solidFill>
        </p:grpSpPr>
        <p:sp>
          <p:nvSpPr>
            <p:cNvPr id="22" name="Freeform 1084">
              <a:extLst>
                <a:ext uri="{FF2B5EF4-FFF2-40B4-BE49-F238E27FC236}">
                  <a16:creationId xmlns:a16="http://schemas.microsoft.com/office/drawing/2014/main" id="{4F9F3E08-F246-C96B-4261-58F2BD56C6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9588" y="1370013"/>
              <a:ext cx="161925" cy="209550"/>
            </a:xfrm>
            <a:custGeom>
              <a:avLst/>
              <a:gdLst>
                <a:gd name="T0" fmla="*/ 278 w 410"/>
                <a:gd name="T1" fmla="*/ 133 h 529"/>
                <a:gd name="T2" fmla="*/ 278 w 410"/>
                <a:gd name="T3" fmla="*/ 12 h 529"/>
                <a:gd name="T4" fmla="*/ 398 w 410"/>
                <a:gd name="T5" fmla="*/ 133 h 529"/>
                <a:gd name="T6" fmla="*/ 278 w 410"/>
                <a:gd name="T7" fmla="*/ 133 h 529"/>
                <a:gd name="T8" fmla="*/ 410 w 410"/>
                <a:gd name="T9" fmla="*/ 133 h 529"/>
                <a:gd name="T10" fmla="*/ 409 w 410"/>
                <a:gd name="T11" fmla="*/ 129 h 529"/>
                <a:gd name="T12" fmla="*/ 406 w 410"/>
                <a:gd name="T13" fmla="*/ 123 h 529"/>
                <a:gd name="T14" fmla="*/ 286 w 410"/>
                <a:gd name="T15" fmla="*/ 3 h 529"/>
                <a:gd name="T16" fmla="*/ 282 w 410"/>
                <a:gd name="T17" fmla="*/ 1 h 529"/>
                <a:gd name="T18" fmla="*/ 278 w 410"/>
                <a:gd name="T19" fmla="*/ 0 h 529"/>
                <a:gd name="T20" fmla="*/ 12 w 410"/>
                <a:gd name="T21" fmla="*/ 0 h 529"/>
                <a:gd name="T22" fmla="*/ 7 w 410"/>
                <a:gd name="T23" fmla="*/ 1 h 529"/>
                <a:gd name="T24" fmla="*/ 4 w 410"/>
                <a:gd name="T25" fmla="*/ 3 h 529"/>
                <a:gd name="T26" fmla="*/ 1 w 410"/>
                <a:gd name="T27" fmla="*/ 7 h 529"/>
                <a:gd name="T28" fmla="*/ 0 w 410"/>
                <a:gd name="T29" fmla="*/ 12 h 529"/>
                <a:gd name="T30" fmla="*/ 0 w 410"/>
                <a:gd name="T31" fmla="*/ 518 h 529"/>
                <a:gd name="T32" fmla="*/ 1 w 410"/>
                <a:gd name="T33" fmla="*/ 522 h 529"/>
                <a:gd name="T34" fmla="*/ 4 w 410"/>
                <a:gd name="T35" fmla="*/ 526 h 529"/>
                <a:gd name="T36" fmla="*/ 7 w 410"/>
                <a:gd name="T37" fmla="*/ 529 h 529"/>
                <a:gd name="T38" fmla="*/ 12 w 410"/>
                <a:gd name="T39" fmla="*/ 529 h 529"/>
                <a:gd name="T40" fmla="*/ 290 w 410"/>
                <a:gd name="T41" fmla="*/ 529 h 529"/>
                <a:gd name="T42" fmla="*/ 290 w 410"/>
                <a:gd name="T43" fmla="*/ 181 h 529"/>
                <a:gd name="T44" fmla="*/ 290 w 410"/>
                <a:gd name="T45" fmla="*/ 177 h 529"/>
                <a:gd name="T46" fmla="*/ 293 w 410"/>
                <a:gd name="T47" fmla="*/ 172 h 529"/>
                <a:gd name="T48" fmla="*/ 297 w 410"/>
                <a:gd name="T49" fmla="*/ 169 h 529"/>
                <a:gd name="T50" fmla="*/ 301 w 410"/>
                <a:gd name="T51" fmla="*/ 168 h 529"/>
                <a:gd name="T52" fmla="*/ 410 w 410"/>
                <a:gd name="T53" fmla="*/ 168 h 529"/>
                <a:gd name="T54" fmla="*/ 410 w 410"/>
                <a:gd name="T55" fmla="*/ 133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10" h="529">
                  <a:moveTo>
                    <a:pt x="278" y="133"/>
                  </a:moveTo>
                  <a:lnTo>
                    <a:pt x="278" y="12"/>
                  </a:lnTo>
                  <a:lnTo>
                    <a:pt x="398" y="133"/>
                  </a:lnTo>
                  <a:lnTo>
                    <a:pt x="278" y="133"/>
                  </a:lnTo>
                  <a:close/>
                  <a:moveTo>
                    <a:pt x="410" y="133"/>
                  </a:moveTo>
                  <a:lnTo>
                    <a:pt x="409" y="129"/>
                  </a:lnTo>
                  <a:lnTo>
                    <a:pt x="406" y="123"/>
                  </a:lnTo>
                  <a:lnTo>
                    <a:pt x="286" y="3"/>
                  </a:lnTo>
                  <a:lnTo>
                    <a:pt x="282" y="1"/>
                  </a:lnTo>
                  <a:lnTo>
                    <a:pt x="278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4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518"/>
                  </a:lnTo>
                  <a:lnTo>
                    <a:pt x="1" y="522"/>
                  </a:lnTo>
                  <a:lnTo>
                    <a:pt x="4" y="526"/>
                  </a:lnTo>
                  <a:lnTo>
                    <a:pt x="7" y="529"/>
                  </a:lnTo>
                  <a:lnTo>
                    <a:pt x="12" y="529"/>
                  </a:lnTo>
                  <a:lnTo>
                    <a:pt x="290" y="529"/>
                  </a:lnTo>
                  <a:lnTo>
                    <a:pt x="290" y="181"/>
                  </a:lnTo>
                  <a:lnTo>
                    <a:pt x="290" y="177"/>
                  </a:lnTo>
                  <a:lnTo>
                    <a:pt x="293" y="172"/>
                  </a:lnTo>
                  <a:lnTo>
                    <a:pt x="297" y="169"/>
                  </a:lnTo>
                  <a:lnTo>
                    <a:pt x="301" y="168"/>
                  </a:lnTo>
                  <a:lnTo>
                    <a:pt x="410" y="168"/>
                  </a:lnTo>
                  <a:lnTo>
                    <a:pt x="410" y="1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085">
              <a:extLst>
                <a:ext uri="{FF2B5EF4-FFF2-40B4-BE49-F238E27FC236}">
                  <a16:creationId xmlns:a16="http://schemas.microsoft.com/office/drawing/2014/main" id="{C628F858-9FFD-EDF6-DF79-D4B686C3F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325" y="1374775"/>
              <a:ext cx="90488" cy="66675"/>
            </a:xfrm>
            <a:custGeom>
              <a:avLst/>
              <a:gdLst>
                <a:gd name="T0" fmla="*/ 2 w 229"/>
                <a:gd name="T1" fmla="*/ 80 h 169"/>
                <a:gd name="T2" fmla="*/ 3 w 229"/>
                <a:gd name="T3" fmla="*/ 82 h 169"/>
                <a:gd name="T4" fmla="*/ 64 w 229"/>
                <a:gd name="T5" fmla="*/ 141 h 169"/>
                <a:gd name="T6" fmla="*/ 73 w 229"/>
                <a:gd name="T7" fmla="*/ 144 h 169"/>
                <a:gd name="T8" fmla="*/ 81 w 229"/>
                <a:gd name="T9" fmla="*/ 141 h 169"/>
                <a:gd name="T10" fmla="*/ 84 w 229"/>
                <a:gd name="T11" fmla="*/ 132 h 169"/>
                <a:gd name="T12" fmla="*/ 81 w 229"/>
                <a:gd name="T13" fmla="*/ 124 h 169"/>
                <a:gd name="T14" fmla="*/ 163 w 229"/>
                <a:gd name="T15" fmla="*/ 85 h 169"/>
                <a:gd name="T16" fmla="*/ 179 w 229"/>
                <a:gd name="T17" fmla="*/ 88 h 169"/>
                <a:gd name="T18" fmla="*/ 192 w 229"/>
                <a:gd name="T19" fmla="*/ 96 h 169"/>
                <a:gd name="T20" fmla="*/ 201 w 229"/>
                <a:gd name="T21" fmla="*/ 107 h 169"/>
                <a:gd name="T22" fmla="*/ 204 w 229"/>
                <a:gd name="T23" fmla="*/ 121 h 169"/>
                <a:gd name="T24" fmla="*/ 205 w 229"/>
                <a:gd name="T25" fmla="*/ 161 h 169"/>
                <a:gd name="T26" fmla="*/ 212 w 229"/>
                <a:gd name="T27" fmla="*/ 168 h 169"/>
                <a:gd name="T28" fmla="*/ 222 w 229"/>
                <a:gd name="T29" fmla="*/ 168 h 169"/>
                <a:gd name="T30" fmla="*/ 228 w 229"/>
                <a:gd name="T31" fmla="*/ 161 h 169"/>
                <a:gd name="T32" fmla="*/ 229 w 229"/>
                <a:gd name="T33" fmla="*/ 121 h 169"/>
                <a:gd name="T34" fmla="*/ 228 w 229"/>
                <a:gd name="T35" fmla="*/ 108 h 169"/>
                <a:gd name="T36" fmla="*/ 223 w 229"/>
                <a:gd name="T37" fmla="*/ 97 h 169"/>
                <a:gd name="T38" fmla="*/ 217 w 229"/>
                <a:gd name="T39" fmla="*/ 87 h 169"/>
                <a:gd name="T40" fmla="*/ 207 w 229"/>
                <a:gd name="T41" fmla="*/ 78 h 169"/>
                <a:gd name="T42" fmla="*/ 187 w 229"/>
                <a:gd name="T43" fmla="*/ 66 h 169"/>
                <a:gd name="T44" fmla="*/ 176 w 229"/>
                <a:gd name="T45" fmla="*/ 63 h 169"/>
                <a:gd name="T46" fmla="*/ 163 w 229"/>
                <a:gd name="T47" fmla="*/ 62 h 169"/>
                <a:gd name="T48" fmla="*/ 81 w 229"/>
                <a:gd name="T49" fmla="*/ 21 h 169"/>
                <a:gd name="T50" fmla="*/ 85 w 229"/>
                <a:gd name="T51" fmla="*/ 13 h 169"/>
                <a:gd name="T52" fmla="*/ 81 w 229"/>
                <a:gd name="T53" fmla="*/ 3 h 169"/>
                <a:gd name="T54" fmla="*/ 73 w 229"/>
                <a:gd name="T55" fmla="*/ 0 h 169"/>
                <a:gd name="T56" fmla="*/ 65 w 229"/>
                <a:gd name="T57" fmla="*/ 3 h 169"/>
                <a:gd name="T58" fmla="*/ 2 w 229"/>
                <a:gd name="T59" fmla="*/ 67 h 169"/>
                <a:gd name="T60" fmla="*/ 0 w 229"/>
                <a:gd name="T61" fmla="*/ 71 h 169"/>
                <a:gd name="T62" fmla="*/ 0 w 229"/>
                <a:gd name="T63" fmla="*/ 73 h 169"/>
                <a:gd name="T64" fmla="*/ 0 w 229"/>
                <a:gd name="T65" fmla="*/ 74 h 169"/>
                <a:gd name="T66" fmla="*/ 1 w 229"/>
                <a:gd name="T67" fmla="*/ 7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29" h="169">
                  <a:moveTo>
                    <a:pt x="1" y="78"/>
                  </a:moveTo>
                  <a:lnTo>
                    <a:pt x="2" y="80"/>
                  </a:lnTo>
                  <a:lnTo>
                    <a:pt x="3" y="82"/>
                  </a:lnTo>
                  <a:lnTo>
                    <a:pt x="3" y="82"/>
                  </a:lnTo>
                  <a:lnTo>
                    <a:pt x="3" y="82"/>
                  </a:lnTo>
                  <a:lnTo>
                    <a:pt x="64" y="141"/>
                  </a:lnTo>
                  <a:lnTo>
                    <a:pt x="68" y="143"/>
                  </a:lnTo>
                  <a:lnTo>
                    <a:pt x="73" y="144"/>
                  </a:lnTo>
                  <a:lnTo>
                    <a:pt x="77" y="143"/>
                  </a:lnTo>
                  <a:lnTo>
                    <a:pt x="81" y="141"/>
                  </a:lnTo>
                  <a:lnTo>
                    <a:pt x="83" y="137"/>
                  </a:lnTo>
                  <a:lnTo>
                    <a:pt x="84" y="132"/>
                  </a:lnTo>
                  <a:lnTo>
                    <a:pt x="83" y="128"/>
                  </a:lnTo>
                  <a:lnTo>
                    <a:pt x="81" y="124"/>
                  </a:lnTo>
                  <a:lnTo>
                    <a:pt x="41" y="85"/>
                  </a:lnTo>
                  <a:lnTo>
                    <a:pt x="163" y="85"/>
                  </a:lnTo>
                  <a:lnTo>
                    <a:pt x="172" y="86"/>
                  </a:lnTo>
                  <a:lnTo>
                    <a:pt x="179" y="88"/>
                  </a:lnTo>
                  <a:lnTo>
                    <a:pt x="186" y="92"/>
                  </a:lnTo>
                  <a:lnTo>
                    <a:pt x="192" y="96"/>
                  </a:lnTo>
                  <a:lnTo>
                    <a:pt x="197" y="102"/>
                  </a:lnTo>
                  <a:lnTo>
                    <a:pt x="201" y="107"/>
                  </a:lnTo>
                  <a:lnTo>
                    <a:pt x="203" y="114"/>
                  </a:lnTo>
                  <a:lnTo>
                    <a:pt x="204" y="121"/>
                  </a:lnTo>
                  <a:lnTo>
                    <a:pt x="204" y="156"/>
                  </a:lnTo>
                  <a:lnTo>
                    <a:pt x="205" y="161"/>
                  </a:lnTo>
                  <a:lnTo>
                    <a:pt x="208" y="166"/>
                  </a:lnTo>
                  <a:lnTo>
                    <a:pt x="212" y="168"/>
                  </a:lnTo>
                  <a:lnTo>
                    <a:pt x="217" y="169"/>
                  </a:lnTo>
                  <a:lnTo>
                    <a:pt x="222" y="168"/>
                  </a:lnTo>
                  <a:lnTo>
                    <a:pt x="226" y="166"/>
                  </a:lnTo>
                  <a:lnTo>
                    <a:pt x="228" y="161"/>
                  </a:lnTo>
                  <a:lnTo>
                    <a:pt x="229" y="156"/>
                  </a:lnTo>
                  <a:lnTo>
                    <a:pt x="229" y="121"/>
                  </a:lnTo>
                  <a:lnTo>
                    <a:pt x="229" y="115"/>
                  </a:lnTo>
                  <a:lnTo>
                    <a:pt x="228" y="108"/>
                  </a:lnTo>
                  <a:lnTo>
                    <a:pt x="226" y="102"/>
                  </a:lnTo>
                  <a:lnTo>
                    <a:pt x="223" y="97"/>
                  </a:lnTo>
                  <a:lnTo>
                    <a:pt x="220" y="92"/>
                  </a:lnTo>
                  <a:lnTo>
                    <a:pt x="217" y="87"/>
                  </a:lnTo>
                  <a:lnTo>
                    <a:pt x="212" y="82"/>
                  </a:lnTo>
                  <a:lnTo>
                    <a:pt x="207" y="78"/>
                  </a:lnTo>
                  <a:lnTo>
                    <a:pt x="197" y="71"/>
                  </a:lnTo>
                  <a:lnTo>
                    <a:pt x="187" y="66"/>
                  </a:lnTo>
                  <a:lnTo>
                    <a:pt x="181" y="64"/>
                  </a:lnTo>
                  <a:lnTo>
                    <a:pt x="176" y="63"/>
                  </a:lnTo>
                  <a:lnTo>
                    <a:pt x="170" y="62"/>
                  </a:lnTo>
                  <a:lnTo>
                    <a:pt x="163" y="62"/>
                  </a:lnTo>
                  <a:lnTo>
                    <a:pt x="41" y="62"/>
                  </a:lnTo>
                  <a:lnTo>
                    <a:pt x="81" y="21"/>
                  </a:lnTo>
                  <a:lnTo>
                    <a:pt x="84" y="17"/>
                  </a:lnTo>
                  <a:lnTo>
                    <a:pt x="85" y="13"/>
                  </a:lnTo>
                  <a:lnTo>
                    <a:pt x="84" y="7"/>
                  </a:lnTo>
                  <a:lnTo>
                    <a:pt x="81" y="3"/>
                  </a:lnTo>
                  <a:lnTo>
                    <a:pt x="77" y="0"/>
                  </a:lnTo>
                  <a:lnTo>
                    <a:pt x="73" y="0"/>
                  </a:lnTo>
                  <a:lnTo>
                    <a:pt x="69" y="0"/>
                  </a:lnTo>
                  <a:lnTo>
                    <a:pt x="65" y="3"/>
                  </a:lnTo>
                  <a:lnTo>
                    <a:pt x="3" y="65"/>
                  </a:lnTo>
                  <a:lnTo>
                    <a:pt x="2" y="67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0" y="72"/>
                  </a:lnTo>
                  <a:lnTo>
                    <a:pt x="0" y="73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0" y="76"/>
                  </a:lnTo>
                  <a:lnTo>
                    <a:pt x="1" y="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086">
              <a:extLst>
                <a:ext uri="{FF2B5EF4-FFF2-40B4-BE49-F238E27FC236}">
                  <a16:creationId xmlns:a16="http://schemas.microsoft.com/office/drawing/2014/main" id="{223AC9C4-945F-D278-65F6-1BB615E49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9113" y="1593850"/>
              <a:ext cx="90488" cy="58738"/>
            </a:xfrm>
            <a:custGeom>
              <a:avLst/>
              <a:gdLst>
                <a:gd name="T0" fmla="*/ 225 w 228"/>
                <a:gd name="T1" fmla="*/ 65 h 146"/>
                <a:gd name="T2" fmla="*/ 165 w 228"/>
                <a:gd name="T3" fmla="*/ 5 h 146"/>
                <a:gd name="T4" fmla="*/ 161 w 228"/>
                <a:gd name="T5" fmla="*/ 2 h 146"/>
                <a:gd name="T6" fmla="*/ 156 w 228"/>
                <a:gd name="T7" fmla="*/ 1 h 146"/>
                <a:gd name="T8" fmla="*/ 152 w 228"/>
                <a:gd name="T9" fmla="*/ 2 h 146"/>
                <a:gd name="T10" fmla="*/ 148 w 228"/>
                <a:gd name="T11" fmla="*/ 5 h 146"/>
                <a:gd name="T12" fmla="*/ 145 w 228"/>
                <a:gd name="T13" fmla="*/ 8 h 146"/>
                <a:gd name="T14" fmla="*/ 144 w 228"/>
                <a:gd name="T15" fmla="*/ 13 h 146"/>
                <a:gd name="T16" fmla="*/ 145 w 228"/>
                <a:gd name="T17" fmla="*/ 17 h 146"/>
                <a:gd name="T18" fmla="*/ 148 w 228"/>
                <a:gd name="T19" fmla="*/ 21 h 146"/>
                <a:gd name="T20" fmla="*/ 187 w 228"/>
                <a:gd name="T21" fmla="*/ 61 h 146"/>
                <a:gd name="T22" fmla="*/ 64 w 228"/>
                <a:gd name="T23" fmla="*/ 61 h 146"/>
                <a:gd name="T24" fmla="*/ 58 w 228"/>
                <a:gd name="T25" fmla="*/ 61 h 146"/>
                <a:gd name="T26" fmla="*/ 51 w 228"/>
                <a:gd name="T27" fmla="*/ 60 h 146"/>
                <a:gd name="T28" fmla="*/ 45 w 228"/>
                <a:gd name="T29" fmla="*/ 58 h 146"/>
                <a:gd name="T30" fmla="*/ 37 w 228"/>
                <a:gd name="T31" fmla="*/ 55 h 146"/>
                <a:gd name="T32" fmla="*/ 32 w 228"/>
                <a:gd name="T33" fmla="*/ 52 h 146"/>
                <a:gd name="T34" fmla="*/ 27 w 228"/>
                <a:gd name="T35" fmla="*/ 48 h 146"/>
                <a:gd name="T36" fmla="*/ 26 w 228"/>
                <a:gd name="T37" fmla="*/ 45 h 146"/>
                <a:gd name="T38" fmla="*/ 24 w 228"/>
                <a:gd name="T39" fmla="*/ 42 h 146"/>
                <a:gd name="T40" fmla="*/ 24 w 228"/>
                <a:gd name="T41" fmla="*/ 39 h 146"/>
                <a:gd name="T42" fmla="*/ 23 w 228"/>
                <a:gd name="T43" fmla="*/ 36 h 146"/>
                <a:gd name="T44" fmla="*/ 23 w 228"/>
                <a:gd name="T45" fmla="*/ 12 h 146"/>
                <a:gd name="T46" fmla="*/ 22 w 228"/>
                <a:gd name="T47" fmla="*/ 7 h 146"/>
                <a:gd name="T48" fmla="*/ 20 w 228"/>
                <a:gd name="T49" fmla="*/ 4 h 146"/>
                <a:gd name="T50" fmla="*/ 16 w 228"/>
                <a:gd name="T51" fmla="*/ 1 h 146"/>
                <a:gd name="T52" fmla="*/ 12 w 228"/>
                <a:gd name="T53" fmla="*/ 0 h 146"/>
                <a:gd name="T54" fmla="*/ 7 w 228"/>
                <a:gd name="T55" fmla="*/ 1 h 146"/>
                <a:gd name="T56" fmla="*/ 3 w 228"/>
                <a:gd name="T57" fmla="*/ 4 h 146"/>
                <a:gd name="T58" fmla="*/ 1 w 228"/>
                <a:gd name="T59" fmla="*/ 7 h 146"/>
                <a:gd name="T60" fmla="*/ 0 w 228"/>
                <a:gd name="T61" fmla="*/ 12 h 146"/>
                <a:gd name="T62" fmla="*/ 0 w 228"/>
                <a:gd name="T63" fmla="*/ 36 h 146"/>
                <a:gd name="T64" fmla="*/ 0 w 228"/>
                <a:gd name="T65" fmla="*/ 42 h 146"/>
                <a:gd name="T66" fmla="*/ 1 w 228"/>
                <a:gd name="T67" fmla="*/ 48 h 146"/>
                <a:gd name="T68" fmla="*/ 3 w 228"/>
                <a:gd name="T69" fmla="*/ 53 h 146"/>
                <a:gd name="T70" fmla="*/ 5 w 228"/>
                <a:gd name="T71" fmla="*/ 58 h 146"/>
                <a:gd name="T72" fmla="*/ 8 w 228"/>
                <a:gd name="T73" fmla="*/ 62 h 146"/>
                <a:gd name="T74" fmla="*/ 12 w 228"/>
                <a:gd name="T75" fmla="*/ 66 h 146"/>
                <a:gd name="T76" fmla="*/ 16 w 228"/>
                <a:gd name="T77" fmla="*/ 70 h 146"/>
                <a:gd name="T78" fmla="*/ 20 w 228"/>
                <a:gd name="T79" fmla="*/ 73 h 146"/>
                <a:gd name="T80" fmla="*/ 30 w 228"/>
                <a:gd name="T81" fmla="*/ 79 h 146"/>
                <a:gd name="T82" fmla="*/ 41 w 228"/>
                <a:gd name="T83" fmla="*/ 83 h 146"/>
                <a:gd name="T84" fmla="*/ 53 w 228"/>
                <a:gd name="T85" fmla="*/ 85 h 146"/>
                <a:gd name="T86" fmla="*/ 64 w 228"/>
                <a:gd name="T87" fmla="*/ 86 h 146"/>
                <a:gd name="T88" fmla="*/ 187 w 228"/>
                <a:gd name="T89" fmla="*/ 86 h 146"/>
                <a:gd name="T90" fmla="*/ 148 w 228"/>
                <a:gd name="T91" fmla="*/ 125 h 146"/>
                <a:gd name="T92" fmla="*/ 145 w 228"/>
                <a:gd name="T93" fmla="*/ 130 h 146"/>
                <a:gd name="T94" fmla="*/ 144 w 228"/>
                <a:gd name="T95" fmla="*/ 134 h 146"/>
                <a:gd name="T96" fmla="*/ 145 w 228"/>
                <a:gd name="T97" fmla="*/ 138 h 146"/>
                <a:gd name="T98" fmla="*/ 148 w 228"/>
                <a:gd name="T99" fmla="*/ 142 h 146"/>
                <a:gd name="T100" fmla="*/ 152 w 228"/>
                <a:gd name="T101" fmla="*/ 145 h 146"/>
                <a:gd name="T102" fmla="*/ 156 w 228"/>
                <a:gd name="T103" fmla="*/ 146 h 146"/>
                <a:gd name="T104" fmla="*/ 161 w 228"/>
                <a:gd name="T105" fmla="*/ 145 h 146"/>
                <a:gd name="T106" fmla="*/ 165 w 228"/>
                <a:gd name="T107" fmla="*/ 142 h 146"/>
                <a:gd name="T108" fmla="*/ 225 w 228"/>
                <a:gd name="T109" fmla="*/ 82 h 146"/>
                <a:gd name="T110" fmla="*/ 226 w 228"/>
                <a:gd name="T111" fmla="*/ 80 h 146"/>
                <a:gd name="T112" fmla="*/ 227 w 228"/>
                <a:gd name="T113" fmla="*/ 79 h 146"/>
                <a:gd name="T114" fmla="*/ 228 w 228"/>
                <a:gd name="T115" fmla="*/ 72 h 146"/>
                <a:gd name="T116" fmla="*/ 227 w 228"/>
                <a:gd name="T117" fmla="*/ 68 h 146"/>
                <a:gd name="T118" fmla="*/ 226 w 228"/>
                <a:gd name="T119" fmla="*/ 66 h 146"/>
                <a:gd name="T120" fmla="*/ 225 w 228"/>
                <a:gd name="T121" fmla="*/ 65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28" h="146">
                  <a:moveTo>
                    <a:pt x="225" y="65"/>
                  </a:moveTo>
                  <a:lnTo>
                    <a:pt x="165" y="5"/>
                  </a:lnTo>
                  <a:lnTo>
                    <a:pt x="161" y="2"/>
                  </a:lnTo>
                  <a:lnTo>
                    <a:pt x="156" y="1"/>
                  </a:lnTo>
                  <a:lnTo>
                    <a:pt x="152" y="2"/>
                  </a:lnTo>
                  <a:lnTo>
                    <a:pt x="148" y="5"/>
                  </a:lnTo>
                  <a:lnTo>
                    <a:pt x="145" y="8"/>
                  </a:lnTo>
                  <a:lnTo>
                    <a:pt x="144" y="13"/>
                  </a:lnTo>
                  <a:lnTo>
                    <a:pt x="145" y="17"/>
                  </a:lnTo>
                  <a:lnTo>
                    <a:pt x="148" y="21"/>
                  </a:lnTo>
                  <a:lnTo>
                    <a:pt x="187" y="61"/>
                  </a:lnTo>
                  <a:lnTo>
                    <a:pt x="64" y="61"/>
                  </a:lnTo>
                  <a:lnTo>
                    <a:pt x="58" y="61"/>
                  </a:lnTo>
                  <a:lnTo>
                    <a:pt x="51" y="60"/>
                  </a:lnTo>
                  <a:lnTo>
                    <a:pt x="45" y="58"/>
                  </a:lnTo>
                  <a:lnTo>
                    <a:pt x="37" y="55"/>
                  </a:lnTo>
                  <a:lnTo>
                    <a:pt x="32" y="52"/>
                  </a:lnTo>
                  <a:lnTo>
                    <a:pt x="27" y="48"/>
                  </a:lnTo>
                  <a:lnTo>
                    <a:pt x="26" y="45"/>
                  </a:lnTo>
                  <a:lnTo>
                    <a:pt x="24" y="42"/>
                  </a:lnTo>
                  <a:lnTo>
                    <a:pt x="24" y="39"/>
                  </a:lnTo>
                  <a:lnTo>
                    <a:pt x="23" y="36"/>
                  </a:lnTo>
                  <a:lnTo>
                    <a:pt x="23" y="12"/>
                  </a:lnTo>
                  <a:lnTo>
                    <a:pt x="22" y="7"/>
                  </a:lnTo>
                  <a:lnTo>
                    <a:pt x="20" y="4"/>
                  </a:lnTo>
                  <a:lnTo>
                    <a:pt x="16" y="1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4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1" y="48"/>
                  </a:lnTo>
                  <a:lnTo>
                    <a:pt x="3" y="53"/>
                  </a:lnTo>
                  <a:lnTo>
                    <a:pt x="5" y="58"/>
                  </a:lnTo>
                  <a:lnTo>
                    <a:pt x="8" y="62"/>
                  </a:lnTo>
                  <a:lnTo>
                    <a:pt x="12" y="66"/>
                  </a:lnTo>
                  <a:lnTo>
                    <a:pt x="16" y="70"/>
                  </a:lnTo>
                  <a:lnTo>
                    <a:pt x="20" y="73"/>
                  </a:lnTo>
                  <a:lnTo>
                    <a:pt x="30" y="79"/>
                  </a:lnTo>
                  <a:lnTo>
                    <a:pt x="41" y="83"/>
                  </a:lnTo>
                  <a:lnTo>
                    <a:pt x="53" y="85"/>
                  </a:lnTo>
                  <a:lnTo>
                    <a:pt x="64" y="86"/>
                  </a:lnTo>
                  <a:lnTo>
                    <a:pt x="187" y="86"/>
                  </a:lnTo>
                  <a:lnTo>
                    <a:pt x="148" y="125"/>
                  </a:lnTo>
                  <a:lnTo>
                    <a:pt x="145" y="130"/>
                  </a:lnTo>
                  <a:lnTo>
                    <a:pt x="144" y="134"/>
                  </a:lnTo>
                  <a:lnTo>
                    <a:pt x="145" y="138"/>
                  </a:lnTo>
                  <a:lnTo>
                    <a:pt x="148" y="142"/>
                  </a:lnTo>
                  <a:lnTo>
                    <a:pt x="152" y="145"/>
                  </a:lnTo>
                  <a:lnTo>
                    <a:pt x="156" y="146"/>
                  </a:lnTo>
                  <a:lnTo>
                    <a:pt x="161" y="145"/>
                  </a:lnTo>
                  <a:lnTo>
                    <a:pt x="165" y="142"/>
                  </a:lnTo>
                  <a:lnTo>
                    <a:pt x="225" y="82"/>
                  </a:lnTo>
                  <a:lnTo>
                    <a:pt x="226" y="80"/>
                  </a:lnTo>
                  <a:lnTo>
                    <a:pt x="227" y="79"/>
                  </a:lnTo>
                  <a:lnTo>
                    <a:pt x="228" y="72"/>
                  </a:lnTo>
                  <a:lnTo>
                    <a:pt x="227" y="68"/>
                  </a:lnTo>
                  <a:lnTo>
                    <a:pt x="226" y="66"/>
                  </a:lnTo>
                  <a:lnTo>
                    <a:pt x="225" y="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087">
              <a:extLst>
                <a:ext uri="{FF2B5EF4-FFF2-40B4-BE49-F238E27FC236}">
                  <a16:creationId xmlns:a16="http://schemas.microsoft.com/office/drawing/2014/main" id="{821B2FE8-1C87-B750-BE19-EA263443A0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3413" y="1446213"/>
              <a:ext cx="163513" cy="209550"/>
            </a:xfrm>
            <a:custGeom>
              <a:avLst/>
              <a:gdLst>
                <a:gd name="T0" fmla="*/ 278 w 410"/>
                <a:gd name="T1" fmla="*/ 132 h 529"/>
                <a:gd name="T2" fmla="*/ 278 w 410"/>
                <a:gd name="T3" fmla="*/ 12 h 529"/>
                <a:gd name="T4" fmla="*/ 398 w 410"/>
                <a:gd name="T5" fmla="*/ 132 h 529"/>
                <a:gd name="T6" fmla="*/ 278 w 410"/>
                <a:gd name="T7" fmla="*/ 132 h 529"/>
                <a:gd name="T8" fmla="*/ 406 w 410"/>
                <a:gd name="T9" fmla="*/ 123 h 529"/>
                <a:gd name="T10" fmla="*/ 286 w 410"/>
                <a:gd name="T11" fmla="*/ 3 h 529"/>
                <a:gd name="T12" fmla="*/ 282 w 410"/>
                <a:gd name="T13" fmla="*/ 1 h 529"/>
                <a:gd name="T14" fmla="*/ 278 w 410"/>
                <a:gd name="T15" fmla="*/ 0 h 529"/>
                <a:gd name="T16" fmla="*/ 13 w 410"/>
                <a:gd name="T17" fmla="*/ 0 h 529"/>
                <a:gd name="T18" fmla="*/ 0 w 410"/>
                <a:gd name="T19" fmla="*/ 0 h 529"/>
                <a:gd name="T20" fmla="*/ 0 w 410"/>
                <a:gd name="T21" fmla="*/ 12 h 529"/>
                <a:gd name="T22" fmla="*/ 0 w 410"/>
                <a:gd name="T23" fmla="*/ 518 h 529"/>
                <a:gd name="T24" fmla="*/ 1 w 410"/>
                <a:gd name="T25" fmla="*/ 522 h 529"/>
                <a:gd name="T26" fmla="*/ 4 w 410"/>
                <a:gd name="T27" fmla="*/ 526 h 529"/>
                <a:gd name="T28" fmla="*/ 7 w 410"/>
                <a:gd name="T29" fmla="*/ 528 h 529"/>
                <a:gd name="T30" fmla="*/ 13 w 410"/>
                <a:gd name="T31" fmla="*/ 529 h 529"/>
                <a:gd name="T32" fmla="*/ 398 w 410"/>
                <a:gd name="T33" fmla="*/ 529 h 529"/>
                <a:gd name="T34" fmla="*/ 402 w 410"/>
                <a:gd name="T35" fmla="*/ 528 h 529"/>
                <a:gd name="T36" fmla="*/ 406 w 410"/>
                <a:gd name="T37" fmla="*/ 526 h 529"/>
                <a:gd name="T38" fmla="*/ 409 w 410"/>
                <a:gd name="T39" fmla="*/ 522 h 529"/>
                <a:gd name="T40" fmla="*/ 410 w 410"/>
                <a:gd name="T41" fmla="*/ 518 h 529"/>
                <a:gd name="T42" fmla="*/ 410 w 410"/>
                <a:gd name="T43" fmla="*/ 132 h 529"/>
                <a:gd name="T44" fmla="*/ 409 w 410"/>
                <a:gd name="T45" fmla="*/ 127 h 529"/>
                <a:gd name="T46" fmla="*/ 406 w 410"/>
                <a:gd name="T47" fmla="*/ 123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0" h="529">
                  <a:moveTo>
                    <a:pt x="278" y="132"/>
                  </a:moveTo>
                  <a:lnTo>
                    <a:pt x="278" y="12"/>
                  </a:lnTo>
                  <a:lnTo>
                    <a:pt x="398" y="132"/>
                  </a:lnTo>
                  <a:lnTo>
                    <a:pt x="278" y="132"/>
                  </a:lnTo>
                  <a:close/>
                  <a:moveTo>
                    <a:pt x="406" y="123"/>
                  </a:moveTo>
                  <a:lnTo>
                    <a:pt x="286" y="3"/>
                  </a:lnTo>
                  <a:lnTo>
                    <a:pt x="282" y="1"/>
                  </a:lnTo>
                  <a:lnTo>
                    <a:pt x="278" y="0"/>
                  </a:lnTo>
                  <a:lnTo>
                    <a:pt x="13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518"/>
                  </a:lnTo>
                  <a:lnTo>
                    <a:pt x="1" y="522"/>
                  </a:lnTo>
                  <a:lnTo>
                    <a:pt x="4" y="526"/>
                  </a:lnTo>
                  <a:lnTo>
                    <a:pt x="7" y="528"/>
                  </a:lnTo>
                  <a:lnTo>
                    <a:pt x="13" y="529"/>
                  </a:lnTo>
                  <a:lnTo>
                    <a:pt x="398" y="529"/>
                  </a:lnTo>
                  <a:lnTo>
                    <a:pt x="402" y="528"/>
                  </a:lnTo>
                  <a:lnTo>
                    <a:pt x="406" y="526"/>
                  </a:lnTo>
                  <a:lnTo>
                    <a:pt x="409" y="522"/>
                  </a:lnTo>
                  <a:lnTo>
                    <a:pt x="410" y="518"/>
                  </a:lnTo>
                  <a:lnTo>
                    <a:pt x="410" y="132"/>
                  </a:lnTo>
                  <a:lnTo>
                    <a:pt x="409" y="127"/>
                  </a:lnTo>
                  <a:lnTo>
                    <a:pt x="406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1F81602-3107-7CB8-EC97-0F15FAD88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51121"/>
            <a:ext cx="7157473" cy="424016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B98077-ADDC-0058-1735-5A515D5F3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394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408C0-58DA-0106-7A9B-B3697741B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495FE706-B686-8579-F500-A2C4C2AD5A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10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3F3AA9-6291-2FAA-FB95-C45002769F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380AE231-4B89-400D-B804-6F4D6D38B36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Distribution of Torque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DD9B32-CAD8-612F-D90C-DEEF79D10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39F5D15-625A-AA61-20F5-58E6F4345980}"/>
              </a:ext>
            </a:extLst>
          </p:cNvPr>
          <p:cNvSpPr/>
          <p:nvPr/>
        </p:nvSpPr>
        <p:spPr>
          <a:xfrm>
            <a:off x="7452440" y="2387052"/>
            <a:ext cx="4268298" cy="430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CA" sz="1400" b="1" dirty="0"/>
              <a:t>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Identify spread and outliers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B0F3CC-5708-B693-AA92-52D9E36BD2C1}"/>
              </a:ext>
            </a:extLst>
          </p:cNvPr>
          <p:cNvSpPr/>
          <p:nvPr/>
        </p:nvSpPr>
        <p:spPr>
          <a:xfrm>
            <a:off x="7452440" y="3907064"/>
            <a:ext cx="4268298" cy="86177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CA" sz="1400" b="1" dirty="0"/>
              <a:t>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Torque values are concentrated around the median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Several outliers are present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Indicates occasional extreme operating conditions</a:t>
            </a:r>
          </a:p>
        </p:txBody>
      </p:sp>
      <p:sp>
        <p:nvSpPr>
          <p:cNvPr id="15" name="Freeform 931" descr="Icon of line chart.">
            <a:extLst>
              <a:ext uri="{FF2B5EF4-FFF2-40B4-BE49-F238E27FC236}">
                <a16:creationId xmlns:a16="http://schemas.microsoft.com/office/drawing/2014/main" id="{C8A483E0-0D96-C872-4278-39EA8910A6A4}"/>
              </a:ext>
            </a:extLst>
          </p:cNvPr>
          <p:cNvSpPr>
            <a:spLocks noEditPoints="1"/>
          </p:cNvSpPr>
          <p:nvPr/>
        </p:nvSpPr>
        <p:spPr bwMode="auto">
          <a:xfrm>
            <a:off x="9477052" y="1974830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21" name="Group 20" descr="This image is an icon of two sheets of paper. ">
            <a:extLst>
              <a:ext uri="{FF2B5EF4-FFF2-40B4-BE49-F238E27FC236}">
                <a16:creationId xmlns:a16="http://schemas.microsoft.com/office/drawing/2014/main" id="{055C3BB5-3264-0DE5-CB64-C4FF92FEEC45}"/>
              </a:ext>
            </a:extLst>
          </p:cNvPr>
          <p:cNvGrpSpPr/>
          <p:nvPr/>
        </p:nvGrpSpPr>
        <p:grpSpPr>
          <a:xfrm>
            <a:off x="9442920" y="3500455"/>
            <a:ext cx="287338" cy="285750"/>
            <a:chOff x="4319588" y="1370013"/>
            <a:chExt cx="287338" cy="285750"/>
          </a:xfrm>
          <a:solidFill>
            <a:schemeClr val="accent3">
              <a:lumMod val="75000"/>
            </a:schemeClr>
          </a:solidFill>
        </p:grpSpPr>
        <p:sp>
          <p:nvSpPr>
            <p:cNvPr id="22" name="Freeform 1084">
              <a:extLst>
                <a:ext uri="{FF2B5EF4-FFF2-40B4-BE49-F238E27FC236}">
                  <a16:creationId xmlns:a16="http://schemas.microsoft.com/office/drawing/2014/main" id="{0BE1F261-FC31-CD97-0D06-2CD54A20BB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9588" y="1370013"/>
              <a:ext cx="161925" cy="209550"/>
            </a:xfrm>
            <a:custGeom>
              <a:avLst/>
              <a:gdLst>
                <a:gd name="T0" fmla="*/ 278 w 410"/>
                <a:gd name="T1" fmla="*/ 133 h 529"/>
                <a:gd name="T2" fmla="*/ 278 w 410"/>
                <a:gd name="T3" fmla="*/ 12 h 529"/>
                <a:gd name="T4" fmla="*/ 398 w 410"/>
                <a:gd name="T5" fmla="*/ 133 h 529"/>
                <a:gd name="T6" fmla="*/ 278 w 410"/>
                <a:gd name="T7" fmla="*/ 133 h 529"/>
                <a:gd name="T8" fmla="*/ 410 w 410"/>
                <a:gd name="T9" fmla="*/ 133 h 529"/>
                <a:gd name="T10" fmla="*/ 409 w 410"/>
                <a:gd name="T11" fmla="*/ 129 h 529"/>
                <a:gd name="T12" fmla="*/ 406 w 410"/>
                <a:gd name="T13" fmla="*/ 123 h 529"/>
                <a:gd name="T14" fmla="*/ 286 w 410"/>
                <a:gd name="T15" fmla="*/ 3 h 529"/>
                <a:gd name="T16" fmla="*/ 282 w 410"/>
                <a:gd name="T17" fmla="*/ 1 h 529"/>
                <a:gd name="T18" fmla="*/ 278 w 410"/>
                <a:gd name="T19" fmla="*/ 0 h 529"/>
                <a:gd name="T20" fmla="*/ 12 w 410"/>
                <a:gd name="T21" fmla="*/ 0 h 529"/>
                <a:gd name="T22" fmla="*/ 7 w 410"/>
                <a:gd name="T23" fmla="*/ 1 h 529"/>
                <a:gd name="T24" fmla="*/ 4 w 410"/>
                <a:gd name="T25" fmla="*/ 3 h 529"/>
                <a:gd name="T26" fmla="*/ 1 w 410"/>
                <a:gd name="T27" fmla="*/ 7 h 529"/>
                <a:gd name="T28" fmla="*/ 0 w 410"/>
                <a:gd name="T29" fmla="*/ 12 h 529"/>
                <a:gd name="T30" fmla="*/ 0 w 410"/>
                <a:gd name="T31" fmla="*/ 518 h 529"/>
                <a:gd name="T32" fmla="*/ 1 w 410"/>
                <a:gd name="T33" fmla="*/ 522 h 529"/>
                <a:gd name="T34" fmla="*/ 4 w 410"/>
                <a:gd name="T35" fmla="*/ 526 h 529"/>
                <a:gd name="T36" fmla="*/ 7 w 410"/>
                <a:gd name="T37" fmla="*/ 529 h 529"/>
                <a:gd name="T38" fmla="*/ 12 w 410"/>
                <a:gd name="T39" fmla="*/ 529 h 529"/>
                <a:gd name="T40" fmla="*/ 290 w 410"/>
                <a:gd name="T41" fmla="*/ 529 h 529"/>
                <a:gd name="T42" fmla="*/ 290 w 410"/>
                <a:gd name="T43" fmla="*/ 181 h 529"/>
                <a:gd name="T44" fmla="*/ 290 w 410"/>
                <a:gd name="T45" fmla="*/ 177 h 529"/>
                <a:gd name="T46" fmla="*/ 293 w 410"/>
                <a:gd name="T47" fmla="*/ 172 h 529"/>
                <a:gd name="T48" fmla="*/ 297 w 410"/>
                <a:gd name="T49" fmla="*/ 169 h 529"/>
                <a:gd name="T50" fmla="*/ 301 w 410"/>
                <a:gd name="T51" fmla="*/ 168 h 529"/>
                <a:gd name="T52" fmla="*/ 410 w 410"/>
                <a:gd name="T53" fmla="*/ 168 h 529"/>
                <a:gd name="T54" fmla="*/ 410 w 410"/>
                <a:gd name="T55" fmla="*/ 133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10" h="529">
                  <a:moveTo>
                    <a:pt x="278" y="133"/>
                  </a:moveTo>
                  <a:lnTo>
                    <a:pt x="278" y="12"/>
                  </a:lnTo>
                  <a:lnTo>
                    <a:pt x="398" y="133"/>
                  </a:lnTo>
                  <a:lnTo>
                    <a:pt x="278" y="133"/>
                  </a:lnTo>
                  <a:close/>
                  <a:moveTo>
                    <a:pt x="410" y="133"/>
                  </a:moveTo>
                  <a:lnTo>
                    <a:pt x="409" y="129"/>
                  </a:lnTo>
                  <a:lnTo>
                    <a:pt x="406" y="123"/>
                  </a:lnTo>
                  <a:lnTo>
                    <a:pt x="286" y="3"/>
                  </a:lnTo>
                  <a:lnTo>
                    <a:pt x="282" y="1"/>
                  </a:lnTo>
                  <a:lnTo>
                    <a:pt x="278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4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518"/>
                  </a:lnTo>
                  <a:lnTo>
                    <a:pt x="1" y="522"/>
                  </a:lnTo>
                  <a:lnTo>
                    <a:pt x="4" y="526"/>
                  </a:lnTo>
                  <a:lnTo>
                    <a:pt x="7" y="529"/>
                  </a:lnTo>
                  <a:lnTo>
                    <a:pt x="12" y="529"/>
                  </a:lnTo>
                  <a:lnTo>
                    <a:pt x="290" y="529"/>
                  </a:lnTo>
                  <a:lnTo>
                    <a:pt x="290" y="181"/>
                  </a:lnTo>
                  <a:lnTo>
                    <a:pt x="290" y="177"/>
                  </a:lnTo>
                  <a:lnTo>
                    <a:pt x="293" y="172"/>
                  </a:lnTo>
                  <a:lnTo>
                    <a:pt x="297" y="169"/>
                  </a:lnTo>
                  <a:lnTo>
                    <a:pt x="301" y="168"/>
                  </a:lnTo>
                  <a:lnTo>
                    <a:pt x="410" y="168"/>
                  </a:lnTo>
                  <a:lnTo>
                    <a:pt x="410" y="1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085">
              <a:extLst>
                <a:ext uri="{FF2B5EF4-FFF2-40B4-BE49-F238E27FC236}">
                  <a16:creationId xmlns:a16="http://schemas.microsoft.com/office/drawing/2014/main" id="{CFD3B64E-F6A3-F760-D7F4-3E97B00C7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325" y="1374775"/>
              <a:ext cx="90488" cy="66675"/>
            </a:xfrm>
            <a:custGeom>
              <a:avLst/>
              <a:gdLst>
                <a:gd name="T0" fmla="*/ 2 w 229"/>
                <a:gd name="T1" fmla="*/ 80 h 169"/>
                <a:gd name="T2" fmla="*/ 3 w 229"/>
                <a:gd name="T3" fmla="*/ 82 h 169"/>
                <a:gd name="T4" fmla="*/ 64 w 229"/>
                <a:gd name="T5" fmla="*/ 141 h 169"/>
                <a:gd name="T6" fmla="*/ 73 w 229"/>
                <a:gd name="T7" fmla="*/ 144 h 169"/>
                <a:gd name="T8" fmla="*/ 81 w 229"/>
                <a:gd name="T9" fmla="*/ 141 h 169"/>
                <a:gd name="T10" fmla="*/ 84 w 229"/>
                <a:gd name="T11" fmla="*/ 132 h 169"/>
                <a:gd name="T12" fmla="*/ 81 w 229"/>
                <a:gd name="T13" fmla="*/ 124 h 169"/>
                <a:gd name="T14" fmla="*/ 163 w 229"/>
                <a:gd name="T15" fmla="*/ 85 h 169"/>
                <a:gd name="T16" fmla="*/ 179 w 229"/>
                <a:gd name="T17" fmla="*/ 88 h 169"/>
                <a:gd name="T18" fmla="*/ 192 w 229"/>
                <a:gd name="T19" fmla="*/ 96 h 169"/>
                <a:gd name="T20" fmla="*/ 201 w 229"/>
                <a:gd name="T21" fmla="*/ 107 h 169"/>
                <a:gd name="T22" fmla="*/ 204 w 229"/>
                <a:gd name="T23" fmla="*/ 121 h 169"/>
                <a:gd name="T24" fmla="*/ 205 w 229"/>
                <a:gd name="T25" fmla="*/ 161 h 169"/>
                <a:gd name="T26" fmla="*/ 212 w 229"/>
                <a:gd name="T27" fmla="*/ 168 h 169"/>
                <a:gd name="T28" fmla="*/ 222 w 229"/>
                <a:gd name="T29" fmla="*/ 168 h 169"/>
                <a:gd name="T30" fmla="*/ 228 w 229"/>
                <a:gd name="T31" fmla="*/ 161 h 169"/>
                <a:gd name="T32" fmla="*/ 229 w 229"/>
                <a:gd name="T33" fmla="*/ 121 h 169"/>
                <a:gd name="T34" fmla="*/ 228 w 229"/>
                <a:gd name="T35" fmla="*/ 108 h 169"/>
                <a:gd name="T36" fmla="*/ 223 w 229"/>
                <a:gd name="T37" fmla="*/ 97 h 169"/>
                <a:gd name="T38" fmla="*/ 217 w 229"/>
                <a:gd name="T39" fmla="*/ 87 h 169"/>
                <a:gd name="T40" fmla="*/ 207 w 229"/>
                <a:gd name="T41" fmla="*/ 78 h 169"/>
                <a:gd name="T42" fmla="*/ 187 w 229"/>
                <a:gd name="T43" fmla="*/ 66 h 169"/>
                <a:gd name="T44" fmla="*/ 176 w 229"/>
                <a:gd name="T45" fmla="*/ 63 h 169"/>
                <a:gd name="T46" fmla="*/ 163 w 229"/>
                <a:gd name="T47" fmla="*/ 62 h 169"/>
                <a:gd name="T48" fmla="*/ 81 w 229"/>
                <a:gd name="T49" fmla="*/ 21 h 169"/>
                <a:gd name="T50" fmla="*/ 85 w 229"/>
                <a:gd name="T51" fmla="*/ 13 h 169"/>
                <a:gd name="T52" fmla="*/ 81 w 229"/>
                <a:gd name="T53" fmla="*/ 3 h 169"/>
                <a:gd name="T54" fmla="*/ 73 w 229"/>
                <a:gd name="T55" fmla="*/ 0 h 169"/>
                <a:gd name="T56" fmla="*/ 65 w 229"/>
                <a:gd name="T57" fmla="*/ 3 h 169"/>
                <a:gd name="T58" fmla="*/ 2 w 229"/>
                <a:gd name="T59" fmla="*/ 67 h 169"/>
                <a:gd name="T60" fmla="*/ 0 w 229"/>
                <a:gd name="T61" fmla="*/ 71 h 169"/>
                <a:gd name="T62" fmla="*/ 0 w 229"/>
                <a:gd name="T63" fmla="*/ 73 h 169"/>
                <a:gd name="T64" fmla="*/ 0 w 229"/>
                <a:gd name="T65" fmla="*/ 74 h 169"/>
                <a:gd name="T66" fmla="*/ 1 w 229"/>
                <a:gd name="T67" fmla="*/ 7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29" h="169">
                  <a:moveTo>
                    <a:pt x="1" y="78"/>
                  </a:moveTo>
                  <a:lnTo>
                    <a:pt x="2" y="80"/>
                  </a:lnTo>
                  <a:lnTo>
                    <a:pt x="3" y="82"/>
                  </a:lnTo>
                  <a:lnTo>
                    <a:pt x="3" y="82"/>
                  </a:lnTo>
                  <a:lnTo>
                    <a:pt x="3" y="82"/>
                  </a:lnTo>
                  <a:lnTo>
                    <a:pt x="64" y="141"/>
                  </a:lnTo>
                  <a:lnTo>
                    <a:pt x="68" y="143"/>
                  </a:lnTo>
                  <a:lnTo>
                    <a:pt x="73" y="144"/>
                  </a:lnTo>
                  <a:lnTo>
                    <a:pt x="77" y="143"/>
                  </a:lnTo>
                  <a:lnTo>
                    <a:pt x="81" y="141"/>
                  </a:lnTo>
                  <a:lnTo>
                    <a:pt x="83" y="137"/>
                  </a:lnTo>
                  <a:lnTo>
                    <a:pt x="84" y="132"/>
                  </a:lnTo>
                  <a:lnTo>
                    <a:pt x="83" y="128"/>
                  </a:lnTo>
                  <a:lnTo>
                    <a:pt x="81" y="124"/>
                  </a:lnTo>
                  <a:lnTo>
                    <a:pt x="41" y="85"/>
                  </a:lnTo>
                  <a:lnTo>
                    <a:pt x="163" y="85"/>
                  </a:lnTo>
                  <a:lnTo>
                    <a:pt x="172" y="86"/>
                  </a:lnTo>
                  <a:lnTo>
                    <a:pt x="179" y="88"/>
                  </a:lnTo>
                  <a:lnTo>
                    <a:pt x="186" y="92"/>
                  </a:lnTo>
                  <a:lnTo>
                    <a:pt x="192" y="96"/>
                  </a:lnTo>
                  <a:lnTo>
                    <a:pt x="197" y="102"/>
                  </a:lnTo>
                  <a:lnTo>
                    <a:pt x="201" y="107"/>
                  </a:lnTo>
                  <a:lnTo>
                    <a:pt x="203" y="114"/>
                  </a:lnTo>
                  <a:lnTo>
                    <a:pt x="204" y="121"/>
                  </a:lnTo>
                  <a:lnTo>
                    <a:pt x="204" y="156"/>
                  </a:lnTo>
                  <a:lnTo>
                    <a:pt x="205" y="161"/>
                  </a:lnTo>
                  <a:lnTo>
                    <a:pt x="208" y="166"/>
                  </a:lnTo>
                  <a:lnTo>
                    <a:pt x="212" y="168"/>
                  </a:lnTo>
                  <a:lnTo>
                    <a:pt x="217" y="169"/>
                  </a:lnTo>
                  <a:lnTo>
                    <a:pt x="222" y="168"/>
                  </a:lnTo>
                  <a:lnTo>
                    <a:pt x="226" y="166"/>
                  </a:lnTo>
                  <a:lnTo>
                    <a:pt x="228" y="161"/>
                  </a:lnTo>
                  <a:lnTo>
                    <a:pt x="229" y="156"/>
                  </a:lnTo>
                  <a:lnTo>
                    <a:pt x="229" y="121"/>
                  </a:lnTo>
                  <a:lnTo>
                    <a:pt x="229" y="115"/>
                  </a:lnTo>
                  <a:lnTo>
                    <a:pt x="228" y="108"/>
                  </a:lnTo>
                  <a:lnTo>
                    <a:pt x="226" y="102"/>
                  </a:lnTo>
                  <a:lnTo>
                    <a:pt x="223" y="97"/>
                  </a:lnTo>
                  <a:lnTo>
                    <a:pt x="220" y="92"/>
                  </a:lnTo>
                  <a:lnTo>
                    <a:pt x="217" y="87"/>
                  </a:lnTo>
                  <a:lnTo>
                    <a:pt x="212" y="82"/>
                  </a:lnTo>
                  <a:lnTo>
                    <a:pt x="207" y="78"/>
                  </a:lnTo>
                  <a:lnTo>
                    <a:pt x="197" y="71"/>
                  </a:lnTo>
                  <a:lnTo>
                    <a:pt x="187" y="66"/>
                  </a:lnTo>
                  <a:lnTo>
                    <a:pt x="181" y="64"/>
                  </a:lnTo>
                  <a:lnTo>
                    <a:pt x="176" y="63"/>
                  </a:lnTo>
                  <a:lnTo>
                    <a:pt x="170" y="62"/>
                  </a:lnTo>
                  <a:lnTo>
                    <a:pt x="163" y="62"/>
                  </a:lnTo>
                  <a:lnTo>
                    <a:pt x="41" y="62"/>
                  </a:lnTo>
                  <a:lnTo>
                    <a:pt x="81" y="21"/>
                  </a:lnTo>
                  <a:lnTo>
                    <a:pt x="84" y="17"/>
                  </a:lnTo>
                  <a:lnTo>
                    <a:pt x="85" y="13"/>
                  </a:lnTo>
                  <a:lnTo>
                    <a:pt x="84" y="7"/>
                  </a:lnTo>
                  <a:lnTo>
                    <a:pt x="81" y="3"/>
                  </a:lnTo>
                  <a:lnTo>
                    <a:pt x="77" y="0"/>
                  </a:lnTo>
                  <a:lnTo>
                    <a:pt x="73" y="0"/>
                  </a:lnTo>
                  <a:lnTo>
                    <a:pt x="69" y="0"/>
                  </a:lnTo>
                  <a:lnTo>
                    <a:pt x="65" y="3"/>
                  </a:lnTo>
                  <a:lnTo>
                    <a:pt x="3" y="65"/>
                  </a:lnTo>
                  <a:lnTo>
                    <a:pt x="2" y="67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0" y="72"/>
                  </a:lnTo>
                  <a:lnTo>
                    <a:pt x="0" y="73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0" y="76"/>
                  </a:lnTo>
                  <a:lnTo>
                    <a:pt x="1" y="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086">
              <a:extLst>
                <a:ext uri="{FF2B5EF4-FFF2-40B4-BE49-F238E27FC236}">
                  <a16:creationId xmlns:a16="http://schemas.microsoft.com/office/drawing/2014/main" id="{35C6F4DE-0D91-C5DB-D2BB-8F782E39A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9113" y="1593850"/>
              <a:ext cx="90488" cy="58738"/>
            </a:xfrm>
            <a:custGeom>
              <a:avLst/>
              <a:gdLst>
                <a:gd name="T0" fmla="*/ 225 w 228"/>
                <a:gd name="T1" fmla="*/ 65 h 146"/>
                <a:gd name="T2" fmla="*/ 165 w 228"/>
                <a:gd name="T3" fmla="*/ 5 h 146"/>
                <a:gd name="T4" fmla="*/ 161 w 228"/>
                <a:gd name="T5" fmla="*/ 2 h 146"/>
                <a:gd name="T6" fmla="*/ 156 w 228"/>
                <a:gd name="T7" fmla="*/ 1 h 146"/>
                <a:gd name="T8" fmla="*/ 152 w 228"/>
                <a:gd name="T9" fmla="*/ 2 h 146"/>
                <a:gd name="T10" fmla="*/ 148 w 228"/>
                <a:gd name="T11" fmla="*/ 5 h 146"/>
                <a:gd name="T12" fmla="*/ 145 w 228"/>
                <a:gd name="T13" fmla="*/ 8 h 146"/>
                <a:gd name="T14" fmla="*/ 144 w 228"/>
                <a:gd name="T15" fmla="*/ 13 h 146"/>
                <a:gd name="T16" fmla="*/ 145 w 228"/>
                <a:gd name="T17" fmla="*/ 17 h 146"/>
                <a:gd name="T18" fmla="*/ 148 w 228"/>
                <a:gd name="T19" fmla="*/ 21 h 146"/>
                <a:gd name="T20" fmla="*/ 187 w 228"/>
                <a:gd name="T21" fmla="*/ 61 h 146"/>
                <a:gd name="T22" fmla="*/ 64 w 228"/>
                <a:gd name="T23" fmla="*/ 61 h 146"/>
                <a:gd name="T24" fmla="*/ 58 w 228"/>
                <a:gd name="T25" fmla="*/ 61 h 146"/>
                <a:gd name="T26" fmla="*/ 51 w 228"/>
                <a:gd name="T27" fmla="*/ 60 h 146"/>
                <a:gd name="T28" fmla="*/ 45 w 228"/>
                <a:gd name="T29" fmla="*/ 58 h 146"/>
                <a:gd name="T30" fmla="*/ 37 w 228"/>
                <a:gd name="T31" fmla="*/ 55 h 146"/>
                <a:gd name="T32" fmla="*/ 32 w 228"/>
                <a:gd name="T33" fmla="*/ 52 h 146"/>
                <a:gd name="T34" fmla="*/ 27 w 228"/>
                <a:gd name="T35" fmla="*/ 48 h 146"/>
                <a:gd name="T36" fmla="*/ 26 w 228"/>
                <a:gd name="T37" fmla="*/ 45 h 146"/>
                <a:gd name="T38" fmla="*/ 24 w 228"/>
                <a:gd name="T39" fmla="*/ 42 h 146"/>
                <a:gd name="T40" fmla="*/ 24 w 228"/>
                <a:gd name="T41" fmla="*/ 39 h 146"/>
                <a:gd name="T42" fmla="*/ 23 w 228"/>
                <a:gd name="T43" fmla="*/ 36 h 146"/>
                <a:gd name="T44" fmla="*/ 23 w 228"/>
                <a:gd name="T45" fmla="*/ 12 h 146"/>
                <a:gd name="T46" fmla="*/ 22 w 228"/>
                <a:gd name="T47" fmla="*/ 7 h 146"/>
                <a:gd name="T48" fmla="*/ 20 w 228"/>
                <a:gd name="T49" fmla="*/ 4 h 146"/>
                <a:gd name="T50" fmla="*/ 16 w 228"/>
                <a:gd name="T51" fmla="*/ 1 h 146"/>
                <a:gd name="T52" fmla="*/ 12 w 228"/>
                <a:gd name="T53" fmla="*/ 0 h 146"/>
                <a:gd name="T54" fmla="*/ 7 w 228"/>
                <a:gd name="T55" fmla="*/ 1 h 146"/>
                <a:gd name="T56" fmla="*/ 3 w 228"/>
                <a:gd name="T57" fmla="*/ 4 h 146"/>
                <a:gd name="T58" fmla="*/ 1 w 228"/>
                <a:gd name="T59" fmla="*/ 7 h 146"/>
                <a:gd name="T60" fmla="*/ 0 w 228"/>
                <a:gd name="T61" fmla="*/ 12 h 146"/>
                <a:gd name="T62" fmla="*/ 0 w 228"/>
                <a:gd name="T63" fmla="*/ 36 h 146"/>
                <a:gd name="T64" fmla="*/ 0 w 228"/>
                <a:gd name="T65" fmla="*/ 42 h 146"/>
                <a:gd name="T66" fmla="*/ 1 w 228"/>
                <a:gd name="T67" fmla="*/ 48 h 146"/>
                <a:gd name="T68" fmla="*/ 3 w 228"/>
                <a:gd name="T69" fmla="*/ 53 h 146"/>
                <a:gd name="T70" fmla="*/ 5 w 228"/>
                <a:gd name="T71" fmla="*/ 58 h 146"/>
                <a:gd name="T72" fmla="*/ 8 w 228"/>
                <a:gd name="T73" fmla="*/ 62 h 146"/>
                <a:gd name="T74" fmla="*/ 12 w 228"/>
                <a:gd name="T75" fmla="*/ 66 h 146"/>
                <a:gd name="T76" fmla="*/ 16 w 228"/>
                <a:gd name="T77" fmla="*/ 70 h 146"/>
                <a:gd name="T78" fmla="*/ 20 w 228"/>
                <a:gd name="T79" fmla="*/ 73 h 146"/>
                <a:gd name="T80" fmla="*/ 30 w 228"/>
                <a:gd name="T81" fmla="*/ 79 h 146"/>
                <a:gd name="T82" fmla="*/ 41 w 228"/>
                <a:gd name="T83" fmla="*/ 83 h 146"/>
                <a:gd name="T84" fmla="*/ 53 w 228"/>
                <a:gd name="T85" fmla="*/ 85 h 146"/>
                <a:gd name="T86" fmla="*/ 64 w 228"/>
                <a:gd name="T87" fmla="*/ 86 h 146"/>
                <a:gd name="T88" fmla="*/ 187 w 228"/>
                <a:gd name="T89" fmla="*/ 86 h 146"/>
                <a:gd name="T90" fmla="*/ 148 w 228"/>
                <a:gd name="T91" fmla="*/ 125 h 146"/>
                <a:gd name="T92" fmla="*/ 145 w 228"/>
                <a:gd name="T93" fmla="*/ 130 h 146"/>
                <a:gd name="T94" fmla="*/ 144 w 228"/>
                <a:gd name="T95" fmla="*/ 134 h 146"/>
                <a:gd name="T96" fmla="*/ 145 w 228"/>
                <a:gd name="T97" fmla="*/ 138 h 146"/>
                <a:gd name="T98" fmla="*/ 148 w 228"/>
                <a:gd name="T99" fmla="*/ 142 h 146"/>
                <a:gd name="T100" fmla="*/ 152 w 228"/>
                <a:gd name="T101" fmla="*/ 145 h 146"/>
                <a:gd name="T102" fmla="*/ 156 w 228"/>
                <a:gd name="T103" fmla="*/ 146 h 146"/>
                <a:gd name="T104" fmla="*/ 161 w 228"/>
                <a:gd name="T105" fmla="*/ 145 h 146"/>
                <a:gd name="T106" fmla="*/ 165 w 228"/>
                <a:gd name="T107" fmla="*/ 142 h 146"/>
                <a:gd name="T108" fmla="*/ 225 w 228"/>
                <a:gd name="T109" fmla="*/ 82 h 146"/>
                <a:gd name="T110" fmla="*/ 226 w 228"/>
                <a:gd name="T111" fmla="*/ 80 h 146"/>
                <a:gd name="T112" fmla="*/ 227 w 228"/>
                <a:gd name="T113" fmla="*/ 79 h 146"/>
                <a:gd name="T114" fmla="*/ 228 w 228"/>
                <a:gd name="T115" fmla="*/ 72 h 146"/>
                <a:gd name="T116" fmla="*/ 227 w 228"/>
                <a:gd name="T117" fmla="*/ 68 h 146"/>
                <a:gd name="T118" fmla="*/ 226 w 228"/>
                <a:gd name="T119" fmla="*/ 66 h 146"/>
                <a:gd name="T120" fmla="*/ 225 w 228"/>
                <a:gd name="T121" fmla="*/ 65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28" h="146">
                  <a:moveTo>
                    <a:pt x="225" y="65"/>
                  </a:moveTo>
                  <a:lnTo>
                    <a:pt x="165" y="5"/>
                  </a:lnTo>
                  <a:lnTo>
                    <a:pt x="161" y="2"/>
                  </a:lnTo>
                  <a:lnTo>
                    <a:pt x="156" y="1"/>
                  </a:lnTo>
                  <a:lnTo>
                    <a:pt x="152" y="2"/>
                  </a:lnTo>
                  <a:lnTo>
                    <a:pt x="148" y="5"/>
                  </a:lnTo>
                  <a:lnTo>
                    <a:pt x="145" y="8"/>
                  </a:lnTo>
                  <a:lnTo>
                    <a:pt x="144" y="13"/>
                  </a:lnTo>
                  <a:lnTo>
                    <a:pt x="145" y="17"/>
                  </a:lnTo>
                  <a:lnTo>
                    <a:pt x="148" y="21"/>
                  </a:lnTo>
                  <a:lnTo>
                    <a:pt x="187" y="61"/>
                  </a:lnTo>
                  <a:lnTo>
                    <a:pt x="64" y="61"/>
                  </a:lnTo>
                  <a:lnTo>
                    <a:pt x="58" y="61"/>
                  </a:lnTo>
                  <a:lnTo>
                    <a:pt x="51" y="60"/>
                  </a:lnTo>
                  <a:lnTo>
                    <a:pt x="45" y="58"/>
                  </a:lnTo>
                  <a:lnTo>
                    <a:pt x="37" y="55"/>
                  </a:lnTo>
                  <a:lnTo>
                    <a:pt x="32" y="52"/>
                  </a:lnTo>
                  <a:lnTo>
                    <a:pt x="27" y="48"/>
                  </a:lnTo>
                  <a:lnTo>
                    <a:pt x="26" y="45"/>
                  </a:lnTo>
                  <a:lnTo>
                    <a:pt x="24" y="42"/>
                  </a:lnTo>
                  <a:lnTo>
                    <a:pt x="24" y="39"/>
                  </a:lnTo>
                  <a:lnTo>
                    <a:pt x="23" y="36"/>
                  </a:lnTo>
                  <a:lnTo>
                    <a:pt x="23" y="12"/>
                  </a:lnTo>
                  <a:lnTo>
                    <a:pt x="22" y="7"/>
                  </a:lnTo>
                  <a:lnTo>
                    <a:pt x="20" y="4"/>
                  </a:lnTo>
                  <a:lnTo>
                    <a:pt x="16" y="1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4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1" y="48"/>
                  </a:lnTo>
                  <a:lnTo>
                    <a:pt x="3" y="53"/>
                  </a:lnTo>
                  <a:lnTo>
                    <a:pt x="5" y="58"/>
                  </a:lnTo>
                  <a:lnTo>
                    <a:pt x="8" y="62"/>
                  </a:lnTo>
                  <a:lnTo>
                    <a:pt x="12" y="66"/>
                  </a:lnTo>
                  <a:lnTo>
                    <a:pt x="16" y="70"/>
                  </a:lnTo>
                  <a:lnTo>
                    <a:pt x="20" y="73"/>
                  </a:lnTo>
                  <a:lnTo>
                    <a:pt x="30" y="79"/>
                  </a:lnTo>
                  <a:lnTo>
                    <a:pt x="41" y="83"/>
                  </a:lnTo>
                  <a:lnTo>
                    <a:pt x="53" y="85"/>
                  </a:lnTo>
                  <a:lnTo>
                    <a:pt x="64" y="86"/>
                  </a:lnTo>
                  <a:lnTo>
                    <a:pt x="187" y="86"/>
                  </a:lnTo>
                  <a:lnTo>
                    <a:pt x="148" y="125"/>
                  </a:lnTo>
                  <a:lnTo>
                    <a:pt x="145" y="130"/>
                  </a:lnTo>
                  <a:lnTo>
                    <a:pt x="144" y="134"/>
                  </a:lnTo>
                  <a:lnTo>
                    <a:pt x="145" y="138"/>
                  </a:lnTo>
                  <a:lnTo>
                    <a:pt x="148" y="142"/>
                  </a:lnTo>
                  <a:lnTo>
                    <a:pt x="152" y="145"/>
                  </a:lnTo>
                  <a:lnTo>
                    <a:pt x="156" y="146"/>
                  </a:lnTo>
                  <a:lnTo>
                    <a:pt x="161" y="145"/>
                  </a:lnTo>
                  <a:lnTo>
                    <a:pt x="165" y="142"/>
                  </a:lnTo>
                  <a:lnTo>
                    <a:pt x="225" y="82"/>
                  </a:lnTo>
                  <a:lnTo>
                    <a:pt x="226" y="80"/>
                  </a:lnTo>
                  <a:lnTo>
                    <a:pt x="227" y="79"/>
                  </a:lnTo>
                  <a:lnTo>
                    <a:pt x="228" y="72"/>
                  </a:lnTo>
                  <a:lnTo>
                    <a:pt x="227" y="68"/>
                  </a:lnTo>
                  <a:lnTo>
                    <a:pt x="226" y="66"/>
                  </a:lnTo>
                  <a:lnTo>
                    <a:pt x="225" y="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087">
              <a:extLst>
                <a:ext uri="{FF2B5EF4-FFF2-40B4-BE49-F238E27FC236}">
                  <a16:creationId xmlns:a16="http://schemas.microsoft.com/office/drawing/2014/main" id="{70A24D76-B417-1347-A08A-E4C8716006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3413" y="1446213"/>
              <a:ext cx="163513" cy="209550"/>
            </a:xfrm>
            <a:custGeom>
              <a:avLst/>
              <a:gdLst>
                <a:gd name="T0" fmla="*/ 278 w 410"/>
                <a:gd name="T1" fmla="*/ 132 h 529"/>
                <a:gd name="T2" fmla="*/ 278 w 410"/>
                <a:gd name="T3" fmla="*/ 12 h 529"/>
                <a:gd name="T4" fmla="*/ 398 w 410"/>
                <a:gd name="T5" fmla="*/ 132 h 529"/>
                <a:gd name="T6" fmla="*/ 278 w 410"/>
                <a:gd name="T7" fmla="*/ 132 h 529"/>
                <a:gd name="T8" fmla="*/ 406 w 410"/>
                <a:gd name="T9" fmla="*/ 123 h 529"/>
                <a:gd name="T10" fmla="*/ 286 w 410"/>
                <a:gd name="T11" fmla="*/ 3 h 529"/>
                <a:gd name="T12" fmla="*/ 282 w 410"/>
                <a:gd name="T13" fmla="*/ 1 h 529"/>
                <a:gd name="T14" fmla="*/ 278 w 410"/>
                <a:gd name="T15" fmla="*/ 0 h 529"/>
                <a:gd name="T16" fmla="*/ 13 w 410"/>
                <a:gd name="T17" fmla="*/ 0 h 529"/>
                <a:gd name="T18" fmla="*/ 0 w 410"/>
                <a:gd name="T19" fmla="*/ 0 h 529"/>
                <a:gd name="T20" fmla="*/ 0 w 410"/>
                <a:gd name="T21" fmla="*/ 12 h 529"/>
                <a:gd name="T22" fmla="*/ 0 w 410"/>
                <a:gd name="T23" fmla="*/ 518 h 529"/>
                <a:gd name="T24" fmla="*/ 1 w 410"/>
                <a:gd name="T25" fmla="*/ 522 h 529"/>
                <a:gd name="T26" fmla="*/ 4 w 410"/>
                <a:gd name="T27" fmla="*/ 526 h 529"/>
                <a:gd name="T28" fmla="*/ 7 w 410"/>
                <a:gd name="T29" fmla="*/ 528 h 529"/>
                <a:gd name="T30" fmla="*/ 13 w 410"/>
                <a:gd name="T31" fmla="*/ 529 h 529"/>
                <a:gd name="T32" fmla="*/ 398 w 410"/>
                <a:gd name="T33" fmla="*/ 529 h 529"/>
                <a:gd name="T34" fmla="*/ 402 w 410"/>
                <a:gd name="T35" fmla="*/ 528 h 529"/>
                <a:gd name="T36" fmla="*/ 406 w 410"/>
                <a:gd name="T37" fmla="*/ 526 h 529"/>
                <a:gd name="T38" fmla="*/ 409 w 410"/>
                <a:gd name="T39" fmla="*/ 522 h 529"/>
                <a:gd name="T40" fmla="*/ 410 w 410"/>
                <a:gd name="T41" fmla="*/ 518 h 529"/>
                <a:gd name="T42" fmla="*/ 410 w 410"/>
                <a:gd name="T43" fmla="*/ 132 h 529"/>
                <a:gd name="T44" fmla="*/ 409 w 410"/>
                <a:gd name="T45" fmla="*/ 127 h 529"/>
                <a:gd name="T46" fmla="*/ 406 w 410"/>
                <a:gd name="T47" fmla="*/ 123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0" h="529">
                  <a:moveTo>
                    <a:pt x="278" y="132"/>
                  </a:moveTo>
                  <a:lnTo>
                    <a:pt x="278" y="12"/>
                  </a:lnTo>
                  <a:lnTo>
                    <a:pt x="398" y="132"/>
                  </a:lnTo>
                  <a:lnTo>
                    <a:pt x="278" y="132"/>
                  </a:lnTo>
                  <a:close/>
                  <a:moveTo>
                    <a:pt x="406" y="123"/>
                  </a:moveTo>
                  <a:lnTo>
                    <a:pt x="286" y="3"/>
                  </a:lnTo>
                  <a:lnTo>
                    <a:pt x="282" y="1"/>
                  </a:lnTo>
                  <a:lnTo>
                    <a:pt x="278" y="0"/>
                  </a:lnTo>
                  <a:lnTo>
                    <a:pt x="13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518"/>
                  </a:lnTo>
                  <a:lnTo>
                    <a:pt x="1" y="522"/>
                  </a:lnTo>
                  <a:lnTo>
                    <a:pt x="4" y="526"/>
                  </a:lnTo>
                  <a:lnTo>
                    <a:pt x="7" y="528"/>
                  </a:lnTo>
                  <a:lnTo>
                    <a:pt x="13" y="529"/>
                  </a:lnTo>
                  <a:lnTo>
                    <a:pt x="398" y="529"/>
                  </a:lnTo>
                  <a:lnTo>
                    <a:pt x="402" y="528"/>
                  </a:lnTo>
                  <a:lnTo>
                    <a:pt x="406" y="526"/>
                  </a:lnTo>
                  <a:lnTo>
                    <a:pt x="409" y="522"/>
                  </a:lnTo>
                  <a:lnTo>
                    <a:pt x="410" y="518"/>
                  </a:lnTo>
                  <a:lnTo>
                    <a:pt x="410" y="132"/>
                  </a:lnTo>
                  <a:lnTo>
                    <a:pt x="409" y="127"/>
                  </a:lnTo>
                  <a:lnTo>
                    <a:pt x="406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F90E526-1C24-5213-7F2D-15222DACC9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62" b="1348"/>
          <a:stretch>
            <a:fillRect/>
          </a:stretch>
        </p:blipFill>
        <p:spPr>
          <a:xfrm>
            <a:off x="319088" y="1488654"/>
            <a:ext cx="6648718" cy="416647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189ED9-D199-9D54-CB4B-05FB0648B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083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7C70995F-D8C5-410A-AA8B-1EE172A294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10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Rotational Speed vs. Torque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A997C66-4ED4-4017-9439-1D07ED31D783}"/>
              </a:ext>
            </a:extLst>
          </p:cNvPr>
          <p:cNvSpPr/>
          <p:nvPr/>
        </p:nvSpPr>
        <p:spPr>
          <a:xfrm>
            <a:off x="7400925" y="2026444"/>
            <a:ext cx="4268298" cy="430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CA" sz="1400" b="1" dirty="0"/>
              <a:t>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Examine relationship between speed and torque.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0C1A7A-78BB-48B4-B5CE-2B9C34E5E67B}"/>
              </a:ext>
            </a:extLst>
          </p:cNvPr>
          <p:cNvSpPr/>
          <p:nvPr/>
        </p:nvSpPr>
        <p:spPr>
          <a:xfrm>
            <a:off x="7400925" y="3546456"/>
            <a:ext cx="4268298" cy="64633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CA" sz="1400" b="1" dirty="0"/>
              <a:t>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Moderate negative relationship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Higher speeds tend to occur with lower torque values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CF038C-66AF-4E81-9068-703EC0088620}"/>
              </a:ext>
            </a:extLst>
          </p:cNvPr>
          <p:cNvSpPr/>
          <p:nvPr/>
        </p:nvSpPr>
        <p:spPr>
          <a:xfrm>
            <a:off x="7400925" y="5066469"/>
            <a:ext cx="4268298" cy="9543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Correlation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Correlation value: - 0.875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Negative correlation confirms the inverse relationship between the two variables</a:t>
            </a:r>
          </a:p>
        </p:txBody>
      </p:sp>
      <p:sp>
        <p:nvSpPr>
          <p:cNvPr id="15" name="Freeform 931" descr="Icon of line chart.">
            <a:extLst>
              <a:ext uri="{FF2B5EF4-FFF2-40B4-BE49-F238E27FC236}">
                <a16:creationId xmlns:a16="http://schemas.microsoft.com/office/drawing/2014/main" id="{D6E99607-03B7-41E5-AD6F-79DCFC17E713}"/>
              </a:ext>
            </a:extLst>
          </p:cNvPr>
          <p:cNvSpPr>
            <a:spLocks noEditPoints="1"/>
          </p:cNvSpPr>
          <p:nvPr/>
        </p:nvSpPr>
        <p:spPr bwMode="auto">
          <a:xfrm>
            <a:off x="9425537" y="1614222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6" name="Group 15" descr="This image is an icon of four sheets of paper. ">
            <a:extLst>
              <a:ext uri="{FF2B5EF4-FFF2-40B4-BE49-F238E27FC236}">
                <a16:creationId xmlns:a16="http://schemas.microsoft.com/office/drawing/2014/main" id="{6071F41E-4B08-43F7-BBE7-4A555CA73C1B}"/>
              </a:ext>
            </a:extLst>
          </p:cNvPr>
          <p:cNvGrpSpPr/>
          <p:nvPr/>
        </p:nvGrpSpPr>
        <p:grpSpPr>
          <a:xfrm>
            <a:off x="9415218" y="4652698"/>
            <a:ext cx="239712" cy="285750"/>
            <a:chOff x="5494338" y="1370013"/>
            <a:chExt cx="239712" cy="285750"/>
          </a:xfrm>
          <a:solidFill>
            <a:schemeClr val="accent4">
              <a:lumMod val="75000"/>
            </a:schemeClr>
          </a:solidFill>
        </p:grpSpPr>
        <p:sp>
          <p:nvSpPr>
            <p:cNvPr id="17" name="Freeform 961">
              <a:extLst>
                <a:ext uri="{FF2B5EF4-FFF2-40B4-BE49-F238E27FC236}">
                  <a16:creationId xmlns:a16="http://schemas.microsoft.com/office/drawing/2014/main" id="{A4A2E5CB-F1CB-4509-8FE7-B24010CB57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370013"/>
              <a:ext cx="104775" cy="133350"/>
            </a:xfrm>
            <a:custGeom>
              <a:avLst/>
              <a:gdLst>
                <a:gd name="T0" fmla="*/ 156 w 265"/>
                <a:gd name="T1" fmla="*/ 108 h 337"/>
                <a:gd name="T2" fmla="*/ 156 w 265"/>
                <a:gd name="T3" fmla="*/ 12 h 337"/>
                <a:gd name="T4" fmla="*/ 252 w 265"/>
                <a:gd name="T5" fmla="*/ 108 h 337"/>
                <a:gd name="T6" fmla="*/ 156 w 265"/>
                <a:gd name="T7" fmla="*/ 108 h 337"/>
                <a:gd name="T8" fmla="*/ 261 w 265"/>
                <a:gd name="T9" fmla="*/ 100 h 337"/>
                <a:gd name="T10" fmla="*/ 165 w 265"/>
                <a:gd name="T11" fmla="*/ 3 h 337"/>
                <a:gd name="T12" fmla="*/ 161 w 265"/>
                <a:gd name="T13" fmla="*/ 1 h 337"/>
                <a:gd name="T14" fmla="*/ 156 w 265"/>
                <a:gd name="T15" fmla="*/ 0 h 337"/>
                <a:gd name="T16" fmla="*/ 12 w 265"/>
                <a:gd name="T17" fmla="*/ 0 h 337"/>
                <a:gd name="T18" fmla="*/ 7 w 265"/>
                <a:gd name="T19" fmla="*/ 1 h 337"/>
                <a:gd name="T20" fmla="*/ 3 w 265"/>
                <a:gd name="T21" fmla="*/ 3 h 337"/>
                <a:gd name="T22" fmla="*/ 1 w 265"/>
                <a:gd name="T23" fmla="*/ 7 h 337"/>
                <a:gd name="T24" fmla="*/ 0 w 265"/>
                <a:gd name="T25" fmla="*/ 12 h 337"/>
                <a:gd name="T26" fmla="*/ 0 w 265"/>
                <a:gd name="T27" fmla="*/ 325 h 337"/>
                <a:gd name="T28" fmla="*/ 1 w 265"/>
                <a:gd name="T29" fmla="*/ 329 h 337"/>
                <a:gd name="T30" fmla="*/ 3 w 265"/>
                <a:gd name="T31" fmla="*/ 334 h 337"/>
                <a:gd name="T32" fmla="*/ 7 w 265"/>
                <a:gd name="T33" fmla="*/ 337 h 337"/>
                <a:gd name="T34" fmla="*/ 12 w 265"/>
                <a:gd name="T35" fmla="*/ 337 h 337"/>
                <a:gd name="T36" fmla="*/ 253 w 265"/>
                <a:gd name="T37" fmla="*/ 337 h 337"/>
                <a:gd name="T38" fmla="*/ 258 w 265"/>
                <a:gd name="T39" fmla="*/ 337 h 337"/>
                <a:gd name="T40" fmla="*/ 261 w 265"/>
                <a:gd name="T41" fmla="*/ 334 h 337"/>
                <a:gd name="T42" fmla="*/ 264 w 265"/>
                <a:gd name="T43" fmla="*/ 329 h 337"/>
                <a:gd name="T44" fmla="*/ 265 w 265"/>
                <a:gd name="T45" fmla="*/ 325 h 337"/>
                <a:gd name="T46" fmla="*/ 265 w 265"/>
                <a:gd name="T47" fmla="*/ 108 h 337"/>
                <a:gd name="T48" fmla="*/ 264 w 265"/>
                <a:gd name="T49" fmla="*/ 104 h 337"/>
                <a:gd name="T50" fmla="*/ 261 w 265"/>
                <a:gd name="T51" fmla="*/ 10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7">
                  <a:moveTo>
                    <a:pt x="156" y="108"/>
                  </a:moveTo>
                  <a:lnTo>
                    <a:pt x="156" y="12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261" y="100"/>
                  </a:moveTo>
                  <a:lnTo>
                    <a:pt x="165" y="3"/>
                  </a:ln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4"/>
                  </a:lnTo>
                  <a:lnTo>
                    <a:pt x="7" y="337"/>
                  </a:lnTo>
                  <a:lnTo>
                    <a:pt x="12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1" y="334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962">
              <a:extLst>
                <a:ext uri="{FF2B5EF4-FFF2-40B4-BE49-F238E27FC236}">
                  <a16:creationId xmlns:a16="http://schemas.microsoft.com/office/drawing/2014/main" id="{644A9833-5FFF-4479-A665-0AEDD8C25D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370013"/>
              <a:ext cx="106363" cy="133350"/>
            </a:xfrm>
            <a:custGeom>
              <a:avLst/>
              <a:gdLst>
                <a:gd name="T0" fmla="*/ 157 w 266"/>
                <a:gd name="T1" fmla="*/ 108 h 337"/>
                <a:gd name="T2" fmla="*/ 157 w 266"/>
                <a:gd name="T3" fmla="*/ 12 h 337"/>
                <a:gd name="T4" fmla="*/ 252 w 266"/>
                <a:gd name="T5" fmla="*/ 108 h 337"/>
                <a:gd name="T6" fmla="*/ 157 w 266"/>
                <a:gd name="T7" fmla="*/ 108 h 337"/>
                <a:gd name="T8" fmla="*/ 166 w 266"/>
                <a:gd name="T9" fmla="*/ 3 h 337"/>
                <a:gd name="T10" fmla="*/ 162 w 266"/>
                <a:gd name="T11" fmla="*/ 1 h 337"/>
                <a:gd name="T12" fmla="*/ 157 w 266"/>
                <a:gd name="T13" fmla="*/ 0 h 337"/>
                <a:gd name="T14" fmla="*/ 13 w 266"/>
                <a:gd name="T15" fmla="*/ 0 h 337"/>
                <a:gd name="T16" fmla="*/ 8 w 266"/>
                <a:gd name="T17" fmla="*/ 1 h 337"/>
                <a:gd name="T18" fmla="*/ 5 w 266"/>
                <a:gd name="T19" fmla="*/ 3 h 337"/>
                <a:gd name="T20" fmla="*/ 1 w 266"/>
                <a:gd name="T21" fmla="*/ 7 h 337"/>
                <a:gd name="T22" fmla="*/ 0 w 266"/>
                <a:gd name="T23" fmla="*/ 12 h 337"/>
                <a:gd name="T24" fmla="*/ 0 w 266"/>
                <a:gd name="T25" fmla="*/ 325 h 337"/>
                <a:gd name="T26" fmla="*/ 1 w 266"/>
                <a:gd name="T27" fmla="*/ 329 h 337"/>
                <a:gd name="T28" fmla="*/ 5 w 266"/>
                <a:gd name="T29" fmla="*/ 334 h 337"/>
                <a:gd name="T30" fmla="*/ 8 w 266"/>
                <a:gd name="T31" fmla="*/ 337 h 337"/>
                <a:gd name="T32" fmla="*/ 13 w 266"/>
                <a:gd name="T33" fmla="*/ 337 h 337"/>
                <a:gd name="T34" fmla="*/ 253 w 266"/>
                <a:gd name="T35" fmla="*/ 337 h 337"/>
                <a:gd name="T36" fmla="*/ 258 w 266"/>
                <a:gd name="T37" fmla="*/ 337 h 337"/>
                <a:gd name="T38" fmla="*/ 263 w 266"/>
                <a:gd name="T39" fmla="*/ 334 h 337"/>
                <a:gd name="T40" fmla="*/ 265 w 266"/>
                <a:gd name="T41" fmla="*/ 329 h 337"/>
                <a:gd name="T42" fmla="*/ 266 w 266"/>
                <a:gd name="T43" fmla="*/ 325 h 337"/>
                <a:gd name="T44" fmla="*/ 266 w 266"/>
                <a:gd name="T45" fmla="*/ 108 h 337"/>
                <a:gd name="T46" fmla="*/ 265 w 266"/>
                <a:gd name="T47" fmla="*/ 104 h 337"/>
                <a:gd name="T48" fmla="*/ 263 w 266"/>
                <a:gd name="T49" fmla="*/ 100 h 337"/>
                <a:gd name="T50" fmla="*/ 166 w 266"/>
                <a:gd name="T51" fmla="*/ 3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7">
                  <a:moveTo>
                    <a:pt x="157" y="108"/>
                  </a:moveTo>
                  <a:lnTo>
                    <a:pt x="157" y="12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4"/>
                  </a:lnTo>
                  <a:lnTo>
                    <a:pt x="8" y="337"/>
                  </a:lnTo>
                  <a:lnTo>
                    <a:pt x="13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3" y="334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963">
              <a:extLst>
                <a:ext uri="{FF2B5EF4-FFF2-40B4-BE49-F238E27FC236}">
                  <a16:creationId xmlns:a16="http://schemas.microsoft.com/office/drawing/2014/main" id="{A6452485-9CCD-4979-A80D-5838A64ED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522413"/>
              <a:ext cx="104775" cy="133350"/>
            </a:xfrm>
            <a:custGeom>
              <a:avLst/>
              <a:gdLst>
                <a:gd name="T0" fmla="*/ 156 w 265"/>
                <a:gd name="T1" fmla="*/ 108 h 336"/>
                <a:gd name="T2" fmla="*/ 156 w 265"/>
                <a:gd name="T3" fmla="*/ 11 h 336"/>
                <a:gd name="T4" fmla="*/ 252 w 265"/>
                <a:gd name="T5" fmla="*/ 108 h 336"/>
                <a:gd name="T6" fmla="*/ 156 w 265"/>
                <a:gd name="T7" fmla="*/ 108 h 336"/>
                <a:gd name="T8" fmla="*/ 165 w 265"/>
                <a:gd name="T9" fmla="*/ 3 h 336"/>
                <a:gd name="T10" fmla="*/ 161 w 265"/>
                <a:gd name="T11" fmla="*/ 1 h 336"/>
                <a:gd name="T12" fmla="*/ 156 w 265"/>
                <a:gd name="T13" fmla="*/ 0 h 336"/>
                <a:gd name="T14" fmla="*/ 12 w 265"/>
                <a:gd name="T15" fmla="*/ 0 h 336"/>
                <a:gd name="T16" fmla="*/ 7 w 265"/>
                <a:gd name="T17" fmla="*/ 1 h 336"/>
                <a:gd name="T18" fmla="*/ 3 w 265"/>
                <a:gd name="T19" fmla="*/ 3 h 336"/>
                <a:gd name="T20" fmla="*/ 1 w 265"/>
                <a:gd name="T21" fmla="*/ 7 h 336"/>
                <a:gd name="T22" fmla="*/ 0 w 265"/>
                <a:gd name="T23" fmla="*/ 11 h 336"/>
                <a:gd name="T24" fmla="*/ 0 w 265"/>
                <a:gd name="T25" fmla="*/ 325 h 336"/>
                <a:gd name="T26" fmla="*/ 1 w 265"/>
                <a:gd name="T27" fmla="*/ 329 h 336"/>
                <a:gd name="T28" fmla="*/ 3 w 265"/>
                <a:gd name="T29" fmla="*/ 333 h 336"/>
                <a:gd name="T30" fmla="*/ 7 w 265"/>
                <a:gd name="T31" fmla="*/ 335 h 336"/>
                <a:gd name="T32" fmla="*/ 12 w 265"/>
                <a:gd name="T33" fmla="*/ 336 h 336"/>
                <a:gd name="T34" fmla="*/ 253 w 265"/>
                <a:gd name="T35" fmla="*/ 336 h 336"/>
                <a:gd name="T36" fmla="*/ 258 w 265"/>
                <a:gd name="T37" fmla="*/ 335 h 336"/>
                <a:gd name="T38" fmla="*/ 261 w 265"/>
                <a:gd name="T39" fmla="*/ 333 h 336"/>
                <a:gd name="T40" fmla="*/ 264 w 265"/>
                <a:gd name="T41" fmla="*/ 329 h 336"/>
                <a:gd name="T42" fmla="*/ 265 w 265"/>
                <a:gd name="T43" fmla="*/ 325 h 336"/>
                <a:gd name="T44" fmla="*/ 265 w 265"/>
                <a:gd name="T45" fmla="*/ 108 h 336"/>
                <a:gd name="T46" fmla="*/ 264 w 265"/>
                <a:gd name="T47" fmla="*/ 104 h 336"/>
                <a:gd name="T48" fmla="*/ 261 w 265"/>
                <a:gd name="T49" fmla="*/ 100 h 336"/>
                <a:gd name="T50" fmla="*/ 165 w 265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6">
                  <a:moveTo>
                    <a:pt x="156" y="108"/>
                  </a:moveTo>
                  <a:lnTo>
                    <a:pt x="156" y="11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165" y="3"/>
                  </a:move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3"/>
                  </a:lnTo>
                  <a:lnTo>
                    <a:pt x="7" y="335"/>
                  </a:lnTo>
                  <a:lnTo>
                    <a:pt x="12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1" y="333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lnTo>
                    <a:pt x="165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964">
              <a:extLst>
                <a:ext uri="{FF2B5EF4-FFF2-40B4-BE49-F238E27FC236}">
                  <a16:creationId xmlns:a16="http://schemas.microsoft.com/office/drawing/2014/main" id="{5FFD2F41-7C2C-45FD-8108-197BFC996F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522413"/>
              <a:ext cx="106363" cy="133350"/>
            </a:xfrm>
            <a:custGeom>
              <a:avLst/>
              <a:gdLst>
                <a:gd name="T0" fmla="*/ 157 w 266"/>
                <a:gd name="T1" fmla="*/ 108 h 336"/>
                <a:gd name="T2" fmla="*/ 157 w 266"/>
                <a:gd name="T3" fmla="*/ 11 h 336"/>
                <a:gd name="T4" fmla="*/ 252 w 266"/>
                <a:gd name="T5" fmla="*/ 108 h 336"/>
                <a:gd name="T6" fmla="*/ 157 w 266"/>
                <a:gd name="T7" fmla="*/ 108 h 336"/>
                <a:gd name="T8" fmla="*/ 166 w 266"/>
                <a:gd name="T9" fmla="*/ 3 h 336"/>
                <a:gd name="T10" fmla="*/ 162 w 266"/>
                <a:gd name="T11" fmla="*/ 1 h 336"/>
                <a:gd name="T12" fmla="*/ 157 w 266"/>
                <a:gd name="T13" fmla="*/ 0 h 336"/>
                <a:gd name="T14" fmla="*/ 13 w 266"/>
                <a:gd name="T15" fmla="*/ 0 h 336"/>
                <a:gd name="T16" fmla="*/ 8 w 266"/>
                <a:gd name="T17" fmla="*/ 1 h 336"/>
                <a:gd name="T18" fmla="*/ 5 w 266"/>
                <a:gd name="T19" fmla="*/ 3 h 336"/>
                <a:gd name="T20" fmla="*/ 1 w 266"/>
                <a:gd name="T21" fmla="*/ 7 h 336"/>
                <a:gd name="T22" fmla="*/ 0 w 266"/>
                <a:gd name="T23" fmla="*/ 11 h 336"/>
                <a:gd name="T24" fmla="*/ 0 w 266"/>
                <a:gd name="T25" fmla="*/ 325 h 336"/>
                <a:gd name="T26" fmla="*/ 1 w 266"/>
                <a:gd name="T27" fmla="*/ 329 h 336"/>
                <a:gd name="T28" fmla="*/ 5 w 266"/>
                <a:gd name="T29" fmla="*/ 333 h 336"/>
                <a:gd name="T30" fmla="*/ 8 w 266"/>
                <a:gd name="T31" fmla="*/ 335 h 336"/>
                <a:gd name="T32" fmla="*/ 13 w 266"/>
                <a:gd name="T33" fmla="*/ 336 h 336"/>
                <a:gd name="T34" fmla="*/ 253 w 266"/>
                <a:gd name="T35" fmla="*/ 336 h 336"/>
                <a:gd name="T36" fmla="*/ 258 w 266"/>
                <a:gd name="T37" fmla="*/ 335 h 336"/>
                <a:gd name="T38" fmla="*/ 263 w 266"/>
                <a:gd name="T39" fmla="*/ 333 h 336"/>
                <a:gd name="T40" fmla="*/ 265 w 266"/>
                <a:gd name="T41" fmla="*/ 329 h 336"/>
                <a:gd name="T42" fmla="*/ 266 w 266"/>
                <a:gd name="T43" fmla="*/ 325 h 336"/>
                <a:gd name="T44" fmla="*/ 266 w 266"/>
                <a:gd name="T45" fmla="*/ 108 h 336"/>
                <a:gd name="T46" fmla="*/ 265 w 266"/>
                <a:gd name="T47" fmla="*/ 104 h 336"/>
                <a:gd name="T48" fmla="*/ 263 w 266"/>
                <a:gd name="T49" fmla="*/ 100 h 336"/>
                <a:gd name="T50" fmla="*/ 166 w 266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6">
                  <a:moveTo>
                    <a:pt x="157" y="108"/>
                  </a:moveTo>
                  <a:lnTo>
                    <a:pt x="157" y="11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3"/>
                  </a:lnTo>
                  <a:lnTo>
                    <a:pt x="8" y="335"/>
                  </a:lnTo>
                  <a:lnTo>
                    <a:pt x="13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3" y="333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21" name="Group 20" descr="This image is an icon of two sheets of paper. ">
            <a:extLst>
              <a:ext uri="{FF2B5EF4-FFF2-40B4-BE49-F238E27FC236}">
                <a16:creationId xmlns:a16="http://schemas.microsoft.com/office/drawing/2014/main" id="{411839F8-FB7F-4D1C-9734-BE03FFF894B2}"/>
              </a:ext>
            </a:extLst>
          </p:cNvPr>
          <p:cNvGrpSpPr/>
          <p:nvPr/>
        </p:nvGrpSpPr>
        <p:grpSpPr>
          <a:xfrm>
            <a:off x="9391405" y="3139847"/>
            <a:ext cx="287338" cy="285750"/>
            <a:chOff x="4319588" y="1370013"/>
            <a:chExt cx="287338" cy="285750"/>
          </a:xfrm>
          <a:solidFill>
            <a:schemeClr val="accent3">
              <a:lumMod val="75000"/>
            </a:schemeClr>
          </a:solidFill>
        </p:grpSpPr>
        <p:sp>
          <p:nvSpPr>
            <p:cNvPr id="22" name="Freeform 1084">
              <a:extLst>
                <a:ext uri="{FF2B5EF4-FFF2-40B4-BE49-F238E27FC236}">
                  <a16:creationId xmlns:a16="http://schemas.microsoft.com/office/drawing/2014/main" id="{07EEFD79-9F4F-4E94-94F0-8CD35D7877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9588" y="1370013"/>
              <a:ext cx="161925" cy="209550"/>
            </a:xfrm>
            <a:custGeom>
              <a:avLst/>
              <a:gdLst>
                <a:gd name="T0" fmla="*/ 278 w 410"/>
                <a:gd name="T1" fmla="*/ 133 h 529"/>
                <a:gd name="T2" fmla="*/ 278 w 410"/>
                <a:gd name="T3" fmla="*/ 12 h 529"/>
                <a:gd name="T4" fmla="*/ 398 w 410"/>
                <a:gd name="T5" fmla="*/ 133 h 529"/>
                <a:gd name="T6" fmla="*/ 278 w 410"/>
                <a:gd name="T7" fmla="*/ 133 h 529"/>
                <a:gd name="T8" fmla="*/ 410 w 410"/>
                <a:gd name="T9" fmla="*/ 133 h 529"/>
                <a:gd name="T10" fmla="*/ 409 w 410"/>
                <a:gd name="T11" fmla="*/ 129 h 529"/>
                <a:gd name="T12" fmla="*/ 406 w 410"/>
                <a:gd name="T13" fmla="*/ 123 h 529"/>
                <a:gd name="T14" fmla="*/ 286 w 410"/>
                <a:gd name="T15" fmla="*/ 3 h 529"/>
                <a:gd name="T16" fmla="*/ 282 w 410"/>
                <a:gd name="T17" fmla="*/ 1 h 529"/>
                <a:gd name="T18" fmla="*/ 278 w 410"/>
                <a:gd name="T19" fmla="*/ 0 h 529"/>
                <a:gd name="T20" fmla="*/ 12 w 410"/>
                <a:gd name="T21" fmla="*/ 0 h 529"/>
                <a:gd name="T22" fmla="*/ 7 w 410"/>
                <a:gd name="T23" fmla="*/ 1 h 529"/>
                <a:gd name="T24" fmla="*/ 4 w 410"/>
                <a:gd name="T25" fmla="*/ 3 h 529"/>
                <a:gd name="T26" fmla="*/ 1 w 410"/>
                <a:gd name="T27" fmla="*/ 7 h 529"/>
                <a:gd name="T28" fmla="*/ 0 w 410"/>
                <a:gd name="T29" fmla="*/ 12 h 529"/>
                <a:gd name="T30" fmla="*/ 0 w 410"/>
                <a:gd name="T31" fmla="*/ 518 h 529"/>
                <a:gd name="T32" fmla="*/ 1 w 410"/>
                <a:gd name="T33" fmla="*/ 522 h 529"/>
                <a:gd name="T34" fmla="*/ 4 w 410"/>
                <a:gd name="T35" fmla="*/ 526 h 529"/>
                <a:gd name="T36" fmla="*/ 7 w 410"/>
                <a:gd name="T37" fmla="*/ 529 h 529"/>
                <a:gd name="T38" fmla="*/ 12 w 410"/>
                <a:gd name="T39" fmla="*/ 529 h 529"/>
                <a:gd name="T40" fmla="*/ 290 w 410"/>
                <a:gd name="T41" fmla="*/ 529 h 529"/>
                <a:gd name="T42" fmla="*/ 290 w 410"/>
                <a:gd name="T43" fmla="*/ 181 h 529"/>
                <a:gd name="T44" fmla="*/ 290 w 410"/>
                <a:gd name="T45" fmla="*/ 177 h 529"/>
                <a:gd name="T46" fmla="*/ 293 w 410"/>
                <a:gd name="T47" fmla="*/ 172 h 529"/>
                <a:gd name="T48" fmla="*/ 297 w 410"/>
                <a:gd name="T49" fmla="*/ 169 h 529"/>
                <a:gd name="T50" fmla="*/ 301 w 410"/>
                <a:gd name="T51" fmla="*/ 168 h 529"/>
                <a:gd name="T52" fmla="*/ 410 w 410"/>
                <a:gd name="T53" fmla="*/ 168 h 529"/>
                <a:gd name="T54" fmla="*/ 410 w 410"/>
                <a:gd name="T55" fmla="*/ 133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10" h="529">
                  <a:moveTo>
                    <a:pt x="278" y="133"/>
                  </a:moveTo>
                  <a:lnTo>
                    <a:pt x="278" y="12"/>
                  </a:lnTo>
                  <a:lnTo>
                    <a:pt x="398" y="133"/>
                  </a:lnTo>
                  <a:lnTo>
                    <a:pt x="278" y="133"/>
                  </a:lnTo>
                  <a:close/>
                  <a:moveTo>
                    <a:pt x="410" y="133"/>
                  </a:moveTo>
                  <a:lnTo>
                    <a:pt x="409" y="129"/>
                  </a:lnTo>
                  <a:lnTo>
                    <a:pt x="406" y="123"/>
                  </a:lnTo>
                  <a:lnTo>
                    <a:pt x="286" y="3"/>
                  </a:lnTo>
                  <a:lnTo>
                    <a:pt x="282" y="1"/>
                  </a:lnTo>
                  <a:lnTo>
                    <a:pt x="278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4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518"/>
                  </a:lnTo>
                  <a:lnTo>
                    <a:pt x="1" y="522"/>
                  </a:lnTo>
                  <a:lnTo>
                    <a:pt x="4" y="526"/>
                  </a:lnTo>
                  <a:lnTo>
                    <a:pt x="7" y="529"/>
                  </a:lnTo>
                  <a:lnTo>
                    <a:pt x="12" y="529"/>
                  </a:lnTo>
                  <a:lnTo>
                    <a:pt x="290" y="529"/>
                  </a:lnTo>
                  <a:lnTo>
                    <a:pt x="290" y="181"/>
                  </a:lnTo>
                  <a:lnTo>
                    <a:pt x="290" y="177"/>
                  </a:lnTo>
                  <a:lnTo>
                    <a:pt x="293" y="172"/>
                  </a:lnTo>
                  <a:lnTo>
                    <a:pt x="297" y="169"/>
                  </a:lnTo>
                  <a:lnTo>
                    <a:pt x="301" y="168"/>
                  </a:lnTo>
                  <a:lnTo>
                    <a:pt x="410" y="168"/>
                  </a:lnTo>
                  <a:lnTo>
                    <a:pt x="410" y="1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085">
              <a:extLst>
                <a:ext uri="{FF2B5EF4-FFF2-40B4-BE49-F238E27FC236}">
                  <a16:creationId xmlns:a16="http://schemas.microsoft.com/office/drawing/2014/main" id="{1EA0DC39-43EE-4E75-8303-A6AAAF344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325" y="1374775"/>
              <a:ext cx="90488" cy="66675"/>
            </a:xfrm>
            <a:custGeom>
              <a:avLst/>
              <a:gdLst>
                <a:gd name="T0" fmla="*/ 2 w 229"/>
                <a:gd name="T1" fmla="*/ 80 h 169"/>
                <a:gd name="T2" fmla="*/ 3 w 229"/>
                <a:gd name="T3" fmla="*/ 82 h 169"/>
                <a:gd name="T4" fmla="*/ 64 w 229"/>
                <a:gd name="T5" fmla="*/ 141 h 169"/>
                <a:gd name="T6" fmla="*/ 73 w 229"/>
                <a:gd name="T7" fmla="*/ 144 h 169"/>
                <a:gd name="T8" fmla="*/ 81 w 229"/>
                <a:gd name="T9" fmla="*/ 141 h 169"/>
                <a:gd name="T10" fmla="*/ 84 w 229"/>
                <a:gd name="T11" fmla="*/ 132 h 169"/>
                <a:gd name="T12" fmla="*/ 81 w 229"/>
                <a:gd name="T13" fmla="*/ 124 h 169"/>
                <a:gd name="T14" fmla="*/ 163 w 229"/>
                <a:gd name="T15" fmla="*/ 85 h 169"/>
                <a:gd name="T16" fmla="*/ 179 w 229"/>
                <a:gd name="T17" fmla="*/ 88 h 169"/>
                <a:gd name="T18" fmla="*/ 192 w 229"/>
                <a:gd name="T19" fmla="*/ 96 h 169"/>
                <a:gd name="T20" fmla="*/ 201 w 229"/>
                <a:gd name="T21" fmla="*/ 107 h 169"/>
                <a:gd name="T22" fmla="*/ 204 w 229"/>
                <a:gd name="T23" fmla="*/ 121 h 169"/>
                <a:gd name="T24" fmla="*/ 205 w 229"/>
                <a:gd name="T25" fmla="*/ 161 h 169"/>
                <a:gd name="T26" fmla="*/ 212 w 229"/>
                <a:gd name="T27" fmla="*/ 168 h 169"/>
                <a:gd name="T28" fmla="*/ 222 w 229"/>
                <a:gd name="T29" fmla="*/ 168 h 169"/>
                <a:gd name="T30" fmla="*/ 228 w 229"/>
                <a:gd name="T31" fmla="*/ 161 h 169"/>
                <a:gd name="T32" fmla="*/ 229 w 229"/>
                <a:gd name="T33" fmla="*/ 121 h 169"/>
                <a:gd name="T34" fmla="*/ 228 w 229"/>
                <a:gd name="T35" fmla="*/ 108 h 169"/>
                <a:gd name="T36" fmla="*/ 223 w 229"/>
                <a:gd name="T37" fmla="*/ 97 h 169"/>
                <a:gd name="T38" fmla="*/ 217 w 229"/>
                <a:gd name="T39" fmla="*/ 87 h 169"/>
                <a:gd name="T40" fmla="*/ 207 w 229"/>
                <a:gd name="T41" fmla="*/ 78 h 169"/>
                <a:gd name="T42" fmla="*/ 187 w 229"/>
                <a:gd name="T43" fmla="*/ 66 h 169"/>
                <a:gd name="T44" fmla="*/ 176 w 229"/>
                <a:gd name="T45" fmla="*/ 63 h 169"/>
                <a:gd name="T46" fmla="*/ 163 w 229"/>
                <a:gd name="T47" fmla="*/ 62 h 169"/>
                <a:gd name="T48" fmla="*/ 81 w 229"/>
                <a:gd name="T49" fmla="*/ 21 h 169"/>
                <a:gd name="T50" fmla="*/ 85 w 229"/>
                <a:gd name="T51" fmla="*/ 13 h 169"/>
                <a:gd name="T52" fmla="*/ 81 w 229"/>
                <a:gd name="T53" fmla="*/ 3 h 169"/>
                <a:gd name="T54" fmla="*/ 73 w 229"/>
                <a:gd name="T55" fmla="*/ 0 h 169"/>
                <a:gd name="T56" fmla="*/ 65 w 229"/>
                <a:gd name="T57" fmla="*/ 3 h 169"/>
                <a:gd name="T58" fmla="*/ 2 w 229"/>
                <a:gd name="T59" fmla="*/ 67 h 169"/>
                <a:gd name="T60" fmla="*/ 0 w 229"/>
                <a:gd name="T61" fmla="*/ 71 h 169"/>
                <a:gd name="T62" fmla="*/ 0 w 229"/>
                <a:gd name="T63" fmla="*/ 73 h 169"/>
                <a:gd name="T64" fmla="*/ 0 w 229"/>
                <a:gd name="T65" fmla="*/ 74 h 169"/>
                <a:gd name="T66" fmla="*/ 1 w 229"/>
                <a:gd name="T67" fmla="*/ 7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29" h="169">
                  <a:moveTo>
                    <a:pt x="1" y="78"/>
                  </a:moveTo>
                  <a:lnTo>
                    <a:pt x="2" y="80"/>
                  </a:lnTo>
                  <a:lnTo>
                    <a:pt x="3" y="82"/>
                  </a:lnTo>
                  <a:lnTo>
                    <a:pt x="3" y="82"/>
                  </a:lnTo>
                  <a:lnTo>
                    <a:pt x="3" y="82"/>
                  </a:lnTo>
                  <a:lnTo>
                    <a:pt x="64" y="141"/>
                  </a:lnTo>
                  <a:lnTo>
                    <a:pt x="68" y="143"/>
                  </a:lnTo>
                  <a:lnTo>
                    <a:pt x="73" y="144"/>
                  </a:lnTo>
                  <a:lnTo>
                    <a:pt x="77" y="143"/>
                  </a:lnTo>
                  <a:lnTo>
                    <a:pt x="81" y="141"/>
                  </a:lnTo>
                  <a:lnTo>
                    <a:pt x="83" y="137"/>
                  </a:lnTo>
                  <a:lnTo>
                    <a:pt x="84" y="132"/>
                  </a:lnTo>
                  <a:lnTo>
                    <a:pt x="83" y="128"/>
                  </a:lnTo>
                  <a:lnTo>
                    <a:pt x="81" y="124"/>
                  </a:lnTo>
                  <a:lnTo>
                    <a:pt x="41" y="85"/>
                  </a:lnTo>
                  <a:lnTo>
                    <a:pt x="163" y="85"/>
                  </a:lnTo>
                  <a:lnTo>
                    <a:pt x="172" y="86"/>
                  </a:lnTo>
                  <a:lnTo>
                    <a:pt x="179" y="88"/>
                  </a:lnTo>
                  <a:lnTo>
                    <a:pt x="186" y="92"/>
                  </a:lnTo>
                  <a:lnTo>
                    <a:pt x="192" y="96"/>
                  </a:lnTo>
                  <a:lnTo>
                    <a:pt x="197" y="102"/>
                  </a:lnTo>
                  <a:lnTo>
                    <a:pt x="201" y="107"/>
                  </a:lnTo>
                  <a:lnTo>
                    <a:pt x="203" y="114"/>
                  </a:lnTo>
                  <a:lnTo>
                    <a:pt x="204" y="121"/>
                  </a:lnTo>
                  <a:lnTo>
                    <a:pt x="204" y="156"/>
                  </a:lnTo>
                  <a:lnTo>
                    <a:pt x="205" y="161"/>
                  </a:lnTo>
                  <a:lnTo>
                    <a:pt x="208" y="166"/>
                  </a:lnTo>
                  <a:lnTo>
                    <a:pt x="212" y="168"/>
                  </a:lnTo>
                  <a:lnTo>
                    <a:pt x="217" y="169"/>
                  </a:lnTo>
                  <a:lnTo>
                    <a:pt x="222" y="168"/>
                  </a:lnTo>
                  <a:lnTo>
                    <a:pt x="226" y="166"/>
                  </a:lnTo>
                  <a:lnTo>
                    <a:pt x="228" y="161"/>
                  </a:lnTo>
                  <a:lnTo>
                    <a:pt x="229" y="156"/>
                  </a:lnTo>
                  <a:lnTo>
                    <a:pt x="229" y="121"/>
                  </a:lnTo>
                  <a:lnTo>
                    <a:pt x="229" y="115"/>
                  </a:lnTo>
                  <a:lnTo>
                    <a:pt x="228" y="108"/>
                  </a:lnTo>
                  <a:lnTo>
                    <a:pt x="226" y="102"/>
                  </a:lnTo>
                  <a:lnTo>
                    <a:pt x="223" y="97"/>
                  </a:lnTo>
                  <a:lnTo>
                    <a:pt x="220" y="92"/>
                  </a:lnTo>
                  <a:lnTo>
                    <a:pt x="217" y="87"/>
                  </a:lnTo>
                  <a:lnTo>
                    <a:pt x="212" y="82"/>
                  </a:lnTo>
                  <a:lnTo>
                    <a:pt x="207" y="78"/>
                  </a:lnTo>
                  <a:lnTo>
                    <a:pt x="197" y="71"/>
                  </a:lnTo>
                  <a:lnTo>
                    <a:pt x="187" y="66"/>
                  </a:lnTo>
                  <a:lnTo>
                    <a:pt x="181" y="64"/>
                  </a:lnTo>
                  <a:lnTo>
                    <a:pt x="176" y="63"/>
                  </a:lnTo>
                  <a:lnTo>
                    <a:pt x="170" y="62"/>
                  </a:lnTo>
                  <a:lnTo>
                    <a:pt x="163" y="62"/>
                  </a:lnTo>
                  <a:lnTo>
                    <a:pt x="41" y="62"/>
                  </a:lnTo>
                  <a:lnTo>
                    <a:pt x="81" y="21"/>
                  </a:lnTo>
                  <a:lnTo>
                    <a:pt x="84" y="17"/>
                  </a:lnTo>
                  <a:lnTo>
                    <a:pt x="85" y="13"/>
                  </a:lnTo>
                  <a:lnTo>
                    <a:pt x="84" y="7"/>
                  </a:lnTo>
                  <a:lnTo>
                    <a:pt x="81" y="3"/>
                  </a:lnTo>
                  <a:lnTo>
                    <a:pt x="77" y="0"/>
                  </a:lnTo>
                  <a:lnTo>
                    <a:pt x="73" y="0"/>
                  </a:lnTo>
                  <a:lnTo>
                    <a:pt x="69" y="0"/>
                  </a:lnTo>
                  <a:lnTo>
                    <a:pt x="65" y="3"/>
                  </a:lnTo>
                  <a:lnTo>
                    <a:pt x="3" y="65"/>
                  </a:lnTo>
                  <a:lnTo>
                    <a:pt x="2" y="67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0" y="72"/>
                  </a:lnTo>
                  <a:lnTo>
                    <a:pt x="0" y="73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0" y="76"/>
                  </a:lnTo>
                  <a:lnTo>
                    <a:pt x="1" y="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086">
              <a:extLst>
                <a:ext uri="{FF2B5EF4-FFF2-40B4-BE49-F238E27FC236}">
                  <a16:creationId xmlns:a16="http://schemas.microsoft.com/office/drawing/2014/main" id="{D8023874-1D0B-4F45-BAF8-7FD883B21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9113" y="1593850"/>
              <a:ext cx="90488" cy="58738"/>
            </a:xfrm>
            <a:custGeom>
              <a:avLst/>
              <a:gdLst>
                <a:gd name="T0" fmla="*/ 225 w 228"/>
                <a:gd name="T1" fmla="*/ 65 h 146"/>
                <a:gd name="T2" fmla="*/ 165 w 228"/>
                <a:gd name="T3" fmla="*/ 5 h 146"/>
                <a:gd name="T4" fmla="*/ 161 w 228"/>
                <a:gd name="T5" fmla="*/ 2 h 146"/>
                <a:gd name="T6" fmla="*/ 156 w 228"/>
                <a:gd name="T7" fmla="*/ 1 h 146"/>
                <a:gd name="T8" fmla="*/ 152 w 228"/>
                <a:gd name="T9" fmla="*/ 2 h 146"/>
                <a:gd name="T10" fmla="*/ 148 w 228"/>
                <a:gd name="T11" fmla="*/ 5 h 146"/>
                <a:gd name="T12" fmla="*/ 145 w 228"/>
                <a:gd name="T13" fmla="*/ 8 h 146"/>
                <a:gd name="T14" fmla="*/ 144 w 228"/>
                <a:gd name="T15" fmla="*/ 13 h 146"/>
                <a:gd name="T16" fmla="*/ 145 w 228"/>
                <a:gd name="T17" fmla="*/ 17 h 146"/>
                <a:gd name="T18" fmla="*/ 148 w 228"/>
                <a:gd name="T19" fmla="*/ 21 h 146"/>
                <a:gd name="T20" fmla="*/ 187 w 228"/>
                <a:gd name="T21" fmla="*/ 61 h 146"/>
                <a:gd name="T22" fmla="*/ 64 w 228"/>
                <a:gd name="T23" fmla="*/ 61 h 146"/>
                <a:gd name="T24" fmla="*/ 58 w 228"/>
                <a:gd name="T25" fmla="*/ 61 h 146"/>
                <a:gd name="T26" fmla="*/ 51 w 228"/>
                <a:gd name="T27" fmla="*/ 60 h 146"/>
                <a:gd name="T28" fmla="*/ 45 w 228"/>
                <a:gd name="T29" fmla="*/ 58 h 146"/>
                <a:gd name="T30" fmla="*/ 37 w 228"/>
                <a:gd name="T31" fmla="*/ 55 h 146"/>
                <a:gd name="T32" fmla="*/ 32 w 228"/>
                <a:gd name="T33" fmla="*/ 52 h 146"/>
                <a:gd name="T34" fmla="*/ 27 w 228"/>
                <a:gd name="T35" fmla="*/ 48 h 146"/>
                <a:gd name="T36" fmla="*/ 26 w 228"/>
                <a:gd name="T37" fmla="*/ 45 h 146"/>
                <a:gd name="T38" fmla="*/ 24 w 228"/>
                <a:gd name="T39" fmla="*/ 42 h 146"/>
                <a:gd name="T40" fmla="*/ 24 w 228"/>
                <a:gd name="T41" fmla="*/ 39 h 146"/>
                <a:gd name="T42" fmla="*/ 23 w 228"/>
                <a:gd name="T43" fmla="*/ 36 h 146"/>
                <a:gd name="T44" fmla="*/ 23 w 228"/>
                <a:gd name="T45" fmla="*/ 12 h 146"/>
                <a:gd name="T46" fmla="*/ 22 w 228"/>
                <a:gd name="T47" fmla="*/ 7 h 146"/>
                <a:gd name="T48" fmla="*/ 20 w 228"/>
                <a:gd name="T49" fmla="*/ 4 h 146"/>
                <a:gd name="T50" fmla="*/ 16 w 228"/>
                <a:gd name="T51" fmla="*/ 1 h 146"/>
                <a:gd name="T52" fmla="*/ 12 w 228"/>
                <a:gd name="T53" fmla="*/ 0 h 146"/>
                <a:gd name="T54" fmla="*/ 7 w 228"/>
                <a:gd name="T55" fmla="*/ 1 h 146"/>
                <a:gd name="T56" fmla="*/ 3 w 228"/>
                <a:gd name="T57" fmla="*/ 4 h 146"/>
                <a:gd name="T58" fmla="*/ 1 w 228"/>
                <a:gd name="T59" fmla="*/ 7 h 146"/>
                <a:gd name="T60" fmla="*/ 0 w 228"/>
                <a:gd name="T61" fmla="*/ 12 h 146"/>
                <a:gd name="T62" fmla="*/ 0 w 228"/>
                <a:gd name="T63" fmla="*/ 36 h 146"/>
                <a:gd name="T64" fmla="*/ 0 w 228"/>
                <a:gd name="T65" fmla="*/ 42 h 146"/>
                <a:gd name="T66" fmla="*/ 1 w 228"/>
                <a:gd name="T67" fmla="*/ 48 h 146"/>
                <a:gd name="T68" fmla="*/ 3 w 228"/>
                <a:gd name="T69" fmla="*/ 53 h 146"/>
                <a:gd name="T70" fmla="*/ 5 w 228"/>
                <a:gd name="T71" fmla="*/ 58 h 146"/>
                <a:gd name="T72" fmla="*/ 8 w 228"/>
                <a:gd name="T73" fmla="*/ 62 h 146"/>
                <a:gd name="T74" fmla="*/ 12 w 228"/>
                <a:gd name="T75" fmla="*/ 66 h 146"/>
                <a:gd name="T76" fmla="*/ 16 w 228"/>
                <a:gd name="T77" fmla="*/ 70 h 146"/>
                <a:gd name="T78" fmla="*/ 20 w 228"/>
                <a:gd name="T79" fmla="*/ 73 h 146"/>
                <a:gd name="T80" fmla="*/ 30 w 228"/>
                <a:gd name="T81" fmla="*/ 79 h 146"/>
                <a:gd name="T82" fmla="*/ 41 w 228"/>
                <a:gd name="T83" fmla="*/ 83 h 146"/>
                <a:gd name="T84" fmla="*/ 53 w 228"/>
                <a:gd name="T85" fmla="*/ 85 h 146"/>
                <a:gd name="T86" fmla="*/ 64 w 228"/>
                <a:gd name="T87" fmla="*/ 86 h 146"/>
                <a:gd name="T88" fmla="*/ 187 w 228"/>
                <a:gd name="T89" fmla="*/ 86 h 146"/>
                <a:gd name="T90" fmla="*/ 148 w 228"/>
                <a:gd name="T91" fmla="*/ 125 h 146"/>
                <a:gd name="T92" fmla="*/ 145 w 228"/>
                <a:gd name="T93" fmla="*/ 130 h 146"/>
                <a:gd name="T94" fmla="*/ 144 w 228"/>
                <a:gd name="T95" fmla="*/ 134 h 146"/>
                <a:gd name="T96" fmla="*/ 145 w 228"/>
                <a:gd name="T97" fmla="*/ 138 h 146"/>
                <a:gd name="T98" fmla="*/ 148 w 228"/>
                <a:gd name="T99" fmla="*/ 142 h 146"/>
                <a:gd name="T100" fmla="*/ 152 w 228"/>
                <a:gd name="T101" fmla="*/ 145 h 146"/>
                <a:gd name="T102" fmla="*/ 156 w 228"/>
                <a:gd name="T103" fmla="*/ 146 h 146"/>
                <a:gd name="T104" fmla="*/ 161 w 228"/>
                <a:gd name="T105" fmla="*/ 145 h 146"/>
                <a:gd name="T106" fmla="*/ 165 w 228"/>
                <a:gd name="T107" fmla="*/ 142 h 146"/>
                <a:gd name="T108" fmla="*/ 225 w 228"/>
                <a:gd name="T109" fmla="*/ 82 h 146"/>
                <a:gd name="T110" fmla="*/ 226 w 228"/>
                <a:gd name="T111" fmla="*/ 80 h 146"/>
                <a:gd name="T112" fmla="*/ 227 w 228"/>
                <a:gd name="T113" fmla="*/ 79 h 146"/>
                <a:gd name="T114" fmla="*/ 228 w 228"/>
                <a:gd name="T115" fmla="*/ 72 h 146"/>
                <a:gd name="T116" fmla="*/ 227 w 228"/>
                <a:gd name="T117" fmla="*/ 68 h 146"/>
                <a:gd name="T118" fmla="*/ 226 w 228"/>
                <a:gd name="T119" fmla="*/ 66 h 146"/>
                <a:gd name="T120" fmla="*/ 225 w 228"/>
                <a:gd name="T121" fmla="*/ 65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28" h="146">
                  <a:moveTo>
                    <a:pt x="225" y="65"/>
                  </a:moveTo>
                  <a:lnTo>
                    <a:pt x="165" y="5"/>
                  </a:lnTo>
                  <a:lnTo>
                    <a:pt x="161" y="2"/>
                  </a:lnTo>
                  <a:lnTo>
                    <a:pt x="156" y="1"/>
                  </a:lnTo>
                  <a:lnTo>
                    <a:pt x="152" y="2"/>
                  </a:lnTo>
                  <a:lnTo>
                    <a:pt x="148" y="5"/>
                  </a:lnTo>
                  <a:lnTo>
                    <a:pt x="145" y="8"/>
                  </a:lnTo>
                  <a:lnTo>
                    <a:pt x="144" y="13"/>
                  </a:lnTo>
                  <a:lnTo>
                    <a:pt x="145" y="17"/>
                  </a:lnTo>
                  <a:lnTo>
                    <a:pt x="148" y="21"/>
                  </a:lnTo>
                  <a:lnTo>
                    <a:pt x="187" y="61"/>
                  </a:lnTo>
                  <a:lnTo>
                    <a:pt x="64" y="61"/>
                  </a:lnTo>
                  <a:lnTo>
                    <a:pt x="58" y="61"/>
                  </a:lnTo>
                  <a:lnTo>
                    <a:pt x="51" y="60"/>
                  </a:lnTo>
                  <a:lnTo>
                    <a:pt x="45" y="58"/>
                  </a:lnTo>
                  <a:lnTo>
                    <a:pt x="37" y="55"/>
                  </a:lnTo>
                  <a:lnTo>
                    <a:pt x="32" y="52"/>
                  </a:lnTo>
                  <a:lnTo>
                    <a:pt x="27" y="48"/>
                  </a:lnTo>
                  <a:lnTo>
                    <a:pt x="26" y="45"/>
                  </a:lnTo>
                  <a:lnTo>
                    <a:pt x="24" y="42"/>
                  </a:lnTo>
                  <a:lnTo>
                    <a:pt x="24" y="39"/>
                  </a:lnTo>
                  <a:lnTo>
                    <a:pt x="23" y="36"/>
                  </a:lnTo>
                  <a:lnTo>
                    <a:pt x="23" y="12"/>
                  </a:lnTo>
                  <a:lnTo>
                    <a:pt x="22" y="7"/>
                  </a:lnTo>
                  <a:lnTo>
                    <a:pt x="20" y="4"/>
                  </a:lnTo>
                  <a:lnTo>
                    <a:pt x="16" y="1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4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1" y="48"/>
                  </a:lnTo>
                  <a:lnTo>
                    <a:pt x="3" y="53"/>
                  </a:lnTo>
                  <a:lnTo>
                    <a:pt x="5" y="58"/>
                  </a:lnTo>
                  <a:lnTo>
                    <a:pt x="8" y="62"/>
                  </a:lnTo>
                  <a:lnTo>
                    <a:pt x="12" y="66"/>
                  </a:lnTo>
                  <a:lnTo>
                    <a:pt x="16" y="70"/>
                  </a:lnTo>
                  <a:lnTo>
                    <a:pt x="20" y="73"/>
                  </a:lnTo>
                  <a:lnTo>
                    <a:pt x="30" y="79"/>
                  </a:lnTo>
                  <a:lnTo>
                    <a:pt x="41" y="83"/>
                  </a:lnTo>
                  <a:lnTo>
                    <a:pt x="53" y="85"/>
                  </a:lnTo>
                  <a:lnTo>
                    <a:pt x="64" y="86"/>
                  </a:lnTo>
                  <a:lnTo>
                    <a:pt x="187" y="86"/>
                  </a:lnTo>
                  <a:lnTo>
                    <a:pt x="148" y="125"/>
                  </a:lnTo>
                  <a:lnTo>
                    <a:pt x="145" y="130"/>
                  </a:lnTo>
                  <a:lnTo>
                    <a:pt x="144" y="134"/>
                  </a:lnTo>
                  <a:lnTo>
                    <a:pt x="145" y="138"/>
                  </a:lnTo>
                  <a:lnTo>
                    <a:pt x="148" y="142"/>
                  </a:lnTo>
                  <a:lnTo>
                    <a:pt x="152" y="145"/>
                  </a:lnTo>
                  <a:lnTo>
                    <a:pt x="156" y="146"/>
                  </a:lnTo>
                  <a:lnTo>
                    <a:pt x="161" y="145"/>
                  </a:lnTo>
                  <a:lnTo>
                    <a:pt x="165" y="142"/>
                  </a:lnTo>
                  <a:lnTo>
                    <a:pt x="225" y="82"/>
                  </a:lnTo>
                  <a:lnTo>
                    <a:pt x="226" y="80"/>
                  </a:lnTo>
                  <a:lnTo>
                    <a:pt x="227" y="79"/>
                  </a:lnTo>
                  <a:lnTo>
                    <a:pt x="228" y="72"/>
                  </a:lnTo>
                  <a:lnTo>
                    <a:pt x="227" y="68"/>
                  </a:lnTo>
                  <a:lnTo>
                    <a:pt x="226" y="66"/>
                  </a:lnTo>
                  <a:lnTo>
                    <a:pt x="225" y="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087">
              <a:extLst>
                <a:ext uri="{FF2B5EF4-FFF2-40B4-BE49-F238E27FC236}">
                  <a16:creationId xmlns:a16="http://schemas.microsoft.com/office/drawing/2014/main" id="{CA85A1E3-5078-4027-BAFF-0C6D14C74A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3413" y="1446213"/>
              <a:ext cx="163513" cy="209550"/>
            </a:xfrm>
            <a:custGeom>
              <a:avLst/>
              <a:gdLst>
                <a:gd name="T0" fmla="*/ 278 w 410"/>
                <a:gd name="T1" fmla="*/ 132 h 529"/>
                <a:gd name="T2" fmla="*/ 278 w 410"/>
                <a:gd name="T3" fmla="*/ 12 h 529"/>
                <a:gd name="T4" fmla="*/ 398 w 410"/>
                <a:gd name="T5" fmla="*/ 132 h 529"/>
                <a:gd name="T6" fmla="*/ 278 w 410"/>
                <a:gd name="T7" fmla="*/ 132 h 529"/>
                <a:gd name="T8" fmla="*/ 406 w 410"/>
                <a:gd name="T9" fmla="*/ 123 h 529"/>
                <a:gd name="T10" fmla="*/ 286 w 410"/>
                <a:gd name="T11" fmla="*/ 3 h 529"/>
                <a:gd name="T12" fmla="*/ 282 w 410"/>
                <a:gd name="T13" fmla="*/ 1 h 529"/>
                <a:gd name="T14" fmla="*/ 278 w 410"/>
                <a:gd name="T15" fmla="*/ 0 h 529"/>
                <a:gd name="T16" fmla="*/ 13 w 410"/>
                <a:gd name="T17" fmla="*/ 0 h 529"/>
                <a:gd name="T18" fmla="*/ 0 w 410"/>
                <a:gd name="T19" fmla="*/ 0 h 529"/>
                <a:gd name="T20" fmla="*/ 0 w 410"/>
                <a:gd name="T21" fmla="*/ 12 h 529"/>
                <a:gd name="T22" fmla="*/ 0 w 410"/>
                <a:gd name="T23" fmla="*/ 518 h 529"/>
                <a:gd name="T24" fmla="*/ 1 w 410"/>
                <a:gd name="T25" fmla="*/ 522 h 529"/>
                <a:gd name="T26" fmla="*/ 4 w 410"/>
                <a:gd name="T27" fmla="*/ 526 h 529"/>
                <a:gd name="T28" fmla="*/ 7 w 410"/>
                <a:gd name="T29" fmla="*/ 528 h 529"/>
                <a:gd name="T30" fmla="*/ 13 w 410"/>
                <a:gd name="T31" fmla="*/ 529 h 529"/>
                <a:gd name="T32" fmla="*/ 398 w 410"/>
                <a:gd name="T33" fmla="*/ 529 h 529"/>
                <a:gd name="T34" fmla="*/ 402 w 410"/>
                <a:gd name="T35" fmla="*/ 528 h 529"/>
                <a:gd name="T36" fmla="*/ 406 w 410"/>
                <a:gd name="T37" fmla="*/ 526 h 529"/>
                <a:gd name="T38" fmla="*/ 409 w 410"/>
                <a:gd name="T39" fmla="*/ 522 h 529"/>
                <a:gd name="T40" fmla="*/ 410 w 410"/>
                <a:gd name="T41" fmla="*/ 518 h 529"/>
                <a:gd name="T42" fmla="*/ 410 w 410"/>
                <a:gd name="T43" fmla="*/ 132 h 529"/>
                <a:gd name="T44" fmla="*/ 409 w 410"/>
                <a:gd name="T45" fmla="*/ 127 h 529"/>
                <a:gd name="T46" fmla="*/ 406 w 410"/>
                <a:gd name="T47" fmla="*/ 123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0" h="529">
                  <a:moveTo>
                    <a:pt x="278" y="132"/>
                  </a:moveTo>
                  <a:lnTo>
                    <a:pt x="278" y="12"/>
                  </a:lnTo>
                  <a:lnTo>
                    <a:pt x="398" y="132"/>
                  </a:lnTo>
                  <a:lnTo>
                    <a:pt x="278" y="132"/>
                  </a:lnTo>
                  <a:close/>
                  <a:moveTo>
                    <a:pt x="406" y="123"/>
                  </a:moveTo>
                  <a:lnTo>
                    <a:pt x="286" y="3"/>
                  </a:lnTo>
                  <a:lnTo>
                    <a:pt x="282" y="1"/>
                  </a:lnTo>
                  <a:lnTo>
                    <a:pt x="278" y="0"/>
                  </a:lnTo>
                  <a:lnTo>
                    <a:pt x="13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518"/>
                  </a:lnTo>
                  <a:lnTo>
                    <a:pt x="1" y="522"/>
                  </a:lnTo>
                  <a:lnTo>
                    <a:pt x="4" y="526"/>
                  </a:lnTo>
                  <a:lnTo>
                    <a:pt x="7" y="528"/>
                  </a:lnTo>
                  <a:lnTo>
                    <a:pt x="13" y="529"/>
                  </a:lnTo>
                  <a:lnTo>
                    <a:pt x="398" y="529"/>
                  </a:lnTo>
                  <a:lnTo>
                    <a:pt x="402" y="528"/>
                  </a:lnTo>
                  <a:lnTo>
                    <a:pt x="406" y="526"/>
                  </a:lnTo>
                  <a:lnTo>
                    <a:pt x="409" y="522"/>
                  </a:lnTo>
                  <a:lnTo>
                    <a:pt x="410" y="518"/>
                  </a:lnTo>
                  <a:lnTo>
                    <a:pt x="410" y="132"/>
                  </a:lnTo>
                  <a:lnTo>
                    <a:pt x="409" y="127"/>
                  </a:lnTo>
                  <a:lnTo>
                    <a:pt x="406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5184D413-7FAA-9C1F-B751-E125DA30A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1344123"/>
            <a:ext cx="6455535" cy="443959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18CA82-264C-6535-BA84-29EBC61D6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713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58EA2-5745-45D7-2436-6B815DC22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FFC9F8-66E5-232A-A48E-25C580E3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771529"/>
            <a:ext cx="12192000" cy="3513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C028FB35-43C2-C40D-80B9-6ACCFA099A8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D9F3B9-1F6A-28F2-07FC-E03035FA5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782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18F0EDFC-D9B9-1F4C-4D1B-64370C27059C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Failure Rate by Product Type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2F3160-50FD-D0B9-9A58-499224AD5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82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hart 6" descr="Chart.">
            <a:extLst>
              <a:ext uri="{FF2B5EF4-FFF2-40B4-BE49-F238E27FC236}">
                <a16:creationId xmlns:a16="http://schemas.microsoft.com/office/drawing/2014/main" id="{B4DC15E0-7576-3231-4AE0-01BB184D24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3555900"/>
              </p:ext>
            </p:extLst>
          </p:nvPr>
        </p:nvGraphicFramePr>
        <p:xfrm>
          <a:off x="654050" y="856194"/>
          <a:ext cx="10883900" cy="3344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CABD937-79DD-F057-FF8F-E00A9820B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184433" y="4609821"/>
            <a:ext cx="0" cy="12065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7B8452B-F69C-436A-CDAA-1878D4FFA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070631" y="4609821"/>
            <a:ext cx="0" cy="12065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771F9C68-0D22-4BE9-82F8-2BDC87C8B89D}"/>
              </a:ext>
            </a:extLst>
          </p:cNvPr>
          <p:cNvSpPr/>
          <p:nvPr/>
        </p:nvSpPr>
        <p:spPr>
          <a:xfrm>
            <a:off x="869735" y="4826279"/>
            <a:ext cx="2743195" cy="430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CA" sz="1400" dirty="0"/>
              <a:t>Compare machine failures across product types.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0673308-C6E4-4A2E-699D-ED95D69599C5}"/>
              </a:ext>
            </a:extLst>
          </p:cNvPr>
          <p:cNvSpPr/>
          <p:nvPr/>
        </p:nvSpPr>
        <p:spPr>
          <a:xfrm>
            <a:off x="869736" y="4478424"/>
            <a:ext cx="2743195" cy="2233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+mj-lt"/>
                <a:cs typeface="Segoe UI" panose="020B0502040204020203" pitchFamily="34" charset="0"/>
              </a:rPr>
              <a:t>Purpose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BED66CD-D5DF-F55B-C7CF-89DDCB995221}"/>
              </a:ext>
            </a:extLst>
          </p:cNvPr>
          <p:cNvSpPr/>
          <p:nvPr/>
        </p:nvSpPr>
        <p:spPr>
          <a:xfrm>
            <a:off x="4435365" y="4909089"/>
            <a:ext cx="3541986" cy="71070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CA" sz="1400" dirty="0"/>
              <a:t>Failure rates differ between product categories 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CA" sz="1400" dirty="0"/>
              <a:t>Product quality may influence reliability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7CC3B45-10ED-1A57-B158-D1DB016C69E1}"/>
              </a:ext>
            </a:extLst>
          </p:cNvPr>
          <p:cNvSpPr/>
          <p:nvPr/>
        </p:nvSpPr>
        <p:spPr>
          <a:xfrm>
            <a:off x="4755934" y="4478424"/>
            <a:ext cx="2743195" cy="2233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  <a:latin typeface="+mj-lt"/>
                <a:cs typeface="Segoe UI" panose="020B0502040204020203" pitchFamily="34" charset="0"/>
              </a:rPr>
              <a:t>Findings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67DBF1C-2C65-065E-38AE-6E9AB5355DB6}"/>
              </a:ext>
            </a:extLst>
          </p:cNvPr>
          <p:cNvSpPr/>
          <p:nvPr/>
        </p:nvSpPr>
        <p:spPr>
          <a:xfrm>
            <a:off x="8548853" y="4718865"/>
            <a:ext cx="2743195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 dirty="0"/>
              <a:t>Strong correlations: variables connected to machine failures.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 dirty="0"/>
              <a:t>Heatmap: Instantly isolates which specific failure modes share the strongest bond with the target Machine failure flag.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 dirty="0"/>
              <a:t>Horizontal Bar Plot: Shows which failure modes are rare versus which ones happen most frequently in the dataset.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592AEC5-3139-D074-9A07-491DD2FF6F7B}"/>
              </a:ext>
            </a:extLst>
          </p:cNvPr>
          <p:cNvSpPr/>
          <p:nvPr/>
        </p:nvSpPr>
        <p:spPr>
          <a:xfrm>
            <a:off x="8642131" y="4478424"/>
            <a:ext cx="2743195" cy="2233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 panose="020B0502040204020203" pitchFamily="34" charset="0"/>
              </a:rPr>
              <a:t>Correlation/Legend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362814-CCC3-4B02-A1C1-028F6286B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643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BFE34-E293-E428-F3B8-64092AD6C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256B41B8-9114-AEF5-3669-F3E3F68E5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85402-8CD0-48FE-D300-C180C64B8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pPr/>
              <a:t>12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F52D1CA-F561-291D-F849-A52B8D98D9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250CF988-3F41-C5D4-29A6-1109D2D62EAE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Distribution Insights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138CB22-0EBB-3B35-C54B-7CD43542C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reeform 3886" descr="Icon of magnifying glass representing search. ">
            <a:extLst>
              <a:ext uri="{FF2B5EF4-FFF2-40B4-BE49-F238E27FC236}">
                <a16:creationId xmlns:a16="http://schemas.microsoft.com/office/drawing/2014/main" id="{726F5AAF-A5B7-6155-5F43-BC12A1EF329D}"/>
              </a:ext>
            </a:extLst>
          </p:cNvPr>
          <p:cNvSpPr>
            <a:spLocks noEditPoints="1"/>
          </p:cNvSpPr>
          <p:nvPr/>
        </p:nvSpPr>
        <p:spPr bwMode="auto">
          <a:xfrm>
            <a:off x="845745" y="1368977"/>
            <a:ext cx="287338" cy="285750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50" name="Group 49" descr="Icon of paper and pen. ">
            <a:extLst>
              <a:ext uri="{FF2B5EF4-FFF2-40B4-BE49-F238E27FC236}">
                <a16:creationId xmlns:a16="http://schemas.microsoft.com/office/drawing/2014/main" id="{77BF063E-C13B-9937-D725-3D7B5AEE454E}"/>
              </a:ext>
            </a:extLst>
          </p:cNvPr>
          <p:cNvGrpSpPr/>
          <p:nvPr/>
        </p:nvGrpSpPr>
        <p:grpSpPr>
          <a:xfrm>
            <a:off x="1989538" y="1368977"/>
            <a:ext cx="287337" cy="285750"/>
            <a:chOff x="7018338" y="4656138"/>
            <a:chExt cx="287337" cy="285750"/>
          </a:xfrm>
          <a:solidFill>
            <a:schemeClr val="bg1"/>
          </a:solidFill>
        </p:grpSpPr>
        <p:sp>
          <p:nvSpPr>
            <p:cNvPr id="51" name="Freeform 4604">
              <a:extLst>
                <a:ext uri="{FF2B5EF4-FFF2-40B4-BE49-F238E27FC236}">
                  <a16:creationId xmlns:a16="http://schemas.microsoft.com/office/drawing/2014/main" id="{98C413AE-1BAB-5173-B9FB-F7066CE8AB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18338" y="4656138"/>
              <a:ext cx="230188" cy="285750"/>
            </a:xfrm>
            <a:custGeom>
              <a:avLst/>
              <a:gdLst>
                <a:gd name="T0" fmla="*/ 351 w 723"/>
                <a:gd name="T1" fmla="*/ 416 h 903"/>
                <a:gd name="T2" fmla="*/ 348 w 723"/>
                <a:gd name="T3" fmla="*/ 400 h 903"/>
                <a:gd name="T4" fmla="*/ 362 w 723"/>
                <a:gd name="T5" fmla="*/ 391 h 903"/>
                <a:gd name="T6" fmla="*/ 525 w 723"/>
                <a:gd name="T7" fmla="*/ 398 h 903"/>
                <a:gd name="T8" fmla="*/ 525 w 723"/>
                <a:gd name="T9" fmla="*/ 414 h 903"/>
                <a:gd name="T10" fmla="*/ 513 w 723"/>
                <a:gd name="T11" fmla="*/ 572 h 903"/>
                <a:gd name="T12" fmla="*/ 349 w 723"/>
                <a:gd name="T13" fmla="*/ 565 h 903"/>
                <a:gd name="T14" fmla="*/ 349 w 723"/>
                <a:gd name="T15" fmla="*/ 548 h 903"/>
                <a:gd name="T16" fmla="*/ 513 w 723"/>
                <a:gd name="T17" fmla="*/ 542 h 903"/>
                <a:gd name="T18" fmla="*/ 526 w 723"/>
                <a:gd name="T19" fmla="*/ 551 h 903"/>
                <a:gd name="T20" fmla="*/ 523 w 723"/>
                <a:gd name="T21" fmla="*/ 568 h 903"/>
                <a:gd name="T22" fmla="*/ 362 w 723"/>
                <a:gd name="T23" fmla="*/ 722 h 903"/>
                <a:gd name="T24" fmla="*/ 348 w 723"/>
                <a:gd name="T25" fmla="*/ 713 h 903"/>
                <a:gd name="T26" fmla="*/ 351 w 723"/>
                <a:gd name="T27" fmla="*/ 696 h 903"/>
                <a:gd name="T28" fmla="*/ 515 w 723"/>
                <a:gd name="T29" fmla="*/ 693 h 903"/>
                <a:gd name="T30" fmla="*/ 528 w 723"/>
                <a:gd name="T31" fmla="*/ 704 h 903"/>
                <a:gd name="T32" fmla="*/ 521 w 723"/>
                <a:gd name="T33" fmla="*/ 720 h 903"/>
                <a:gd name="T34" fmla="*/ 232 w 723"/>
                <a:gd name="T35" fmla="*/ 405 h 903"/>
                <a:gd name="T36" fmla="*/ 198 w 723"/>
                <a:gd name="T37" fmla="*/ 381 h 903"/>
                <a:gd name="T38" fmla="*/ 200 w 723"/>
                <a:gd name="T39" fmla="*/ 365 h 903"/>
                <a:gd name="T40" fmla="*/ 217 w 723"/>
                <a:gd name="T41" fmla="*/ 362 h 903"/>
                <a:gd name="T42" fmla="*/ 296 w 723"/>
                <a:gd name="T43" fmla="*/ 302 h 903"/>
                <a:gd name="T44" fmla="*/ 312 w 723"/>
                <a:gd name="T45" fmla="*/ 306 h 903"/>
                <a:gd name="T46" fmla="*/ 315 w 723"/>
                <a:gd name="T47" fmla="*/ 321 h 903"/>
                <a:gd name="T48" fmla="*/ 226 w 723"/>
                <a:gd name="T49" fmla="*/ 556 h 903"/>
                <a:gd name="T50" fmla="*/ 197 w 723"/>
                <a:gd name="T51" fmla="*/ 529 h 903"/>
                <a:gd name="T52" fmla="*/ 203 w 723"/>
                <a:gd name="T53" fmla="*/ 514 h 903"/>
                <a:gd name="T54" fmla="*/ 219 w 723"/>
                <a:gd name="T55" fmla="*/ 514 h 903"/>
                <a:gd name="T56" fmla="*/ 298 w 723"/>
                <a:gd name="T57" fmla="*/ 451 h 903"/>
                <a:gd name="T58" fmla="*/ 314 w 723"/>
                <a:gd name="T59" fmla="*/ 458 h 903"/>
                <a:gd name="T60" fmla="*/ 314 w 723"/>
                <a:gd name="T61" fmla="*/ 475 h 903"/>
                <a:gd name="T62" fmla="*/ 155 w 723"/>
                <a:gd name="T63" fmla="*/ 238 h 903"/>
                <a:gd name="T64" fmla="*/ 208 w 723"/>
                <a:gd name="T65" fmla="*/ 197 h 903"/>
                <a:gd name="T66" fmla="*/ 164 w 723"/>
                <a:gd name="T67" fmla="*/ 236 h 903"/>
                <a:gd name="T68" fmla="*/ 31 w 723"/>
                <a:gd name="T69" fmla="*/ 125 h 903"/>
                <a:gd name="T70" fmla="*/ 53 w 723"/>
                <a:gd name="T71" fmla="*/ 68 h 903"/>
                <a:gd name="T72" fmla="*/ 101 w 723"/>
                <a:gd name="T73" fmla="*/ 35 h 903"/>
                <a:gd name="T74" fmla="*/ 150 w 723"/>
                <a:gd name="T75" fmla="*/ 36 h 903"/>
                <a:gd name="T76" fmla="*/ 210 w 723"/>
                <a:gd name="T77" fmla="*/ 80 h 903"/>
                <a:gd name="T78" fmla="*/ 226 w 723"/>
                <a:gd name="T79" fmla="*/ 143 h 903"/>
                <a:gd name="T80" fmla="*/ 125 w 723"/>
                <a:gd name="T81" fmla="*/ 154 h 903"/>
                <a:gd name="T82" fmla="*/ 136 w 723"/>
                <a:gd name="T83" fmla="*/ 0 h 903"/>
                <a:gd name="T84" fmla="*/ 104 w 723"/>
                <a:gd name="T85" fmla="*/ 2 h 903"/>
                <a:gd name="T86" fmla="*/ 39 w 723"/>
                <a:gd name="T87" fmla="*/ 40 h 903"/>
                <a:gd name="T88" fmla="*/ 4 w 723"/>
                <a:gd name="T89" fmla="*/ 108 h 903"/>
                <a:gd name="T90" fmla="*/ 4 w 723"/>
                <a:gd name="T91" fmla="*/ 625 h 903"/>
                <a:gd name="T92" fmla="*/ 121 w 723"/>
                <a:gd name="T93" fmla="*/ 632 h 903"/>
                <a:gd name="T94" fmla="*/ 128 w 723"/>
                <a:gd name="T95" fmla="*/ 901 h 903"/>
                <a:gd name="T96" fmla="*/ 593 w 723"/>
                <a:gd name="T97" fmla="*/ 902 h 903"/>
                <a:gd name="T98" fmla="*/ 603 w 723"/>
                <a:gd name="T99" fmla="*/ 888 h 903"/>
                <a:gd name="T100" fmla="*/ 660 w 723"/>
                <a:gd name="T101" fmla="*/ 248 h 903"/>
                <a:gd name="T102" fmla="*/ 708 w 723"/>
                <a:gd name="T103" fmla="*/ 194 h 903"/>
                <a:gd name="T104" fmla="*/ 723 w 723"/>
                <a:gd name="T105" fmla="*/ 121 h 903"/>
                <a:gd name="T106" fmla="*/ 691 w 723"/>
                <a:gd name="T107" fmla="*/ 50 h 903"/>
                <a:gd name="T108" fmla="*/ 627 w 723"/>
                <a:gd name="T109" fmla="*/ 6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23" h="903">
                  <a:moveTo>
                    <a:pt x="513" y="421"/>
                  </a:moveTo>
                  <a:lnTo>
                    <a:pt x="362" y="421"/>
                  </a:lnTo>
                  <a:lnTo>
                    <a:pt x="359" y="421"/>
                  </a:lnTo>
                  <a:lnTo>
                    <a:pt x="356" y="420"/>
                  </a:lnTo>
                  <a:lnTo>
                    <a:pt x="354" y="418"/>
                  </a:lnTo>
                  <a:lnTo>
                    <a:pt x="351" y="416"/>
                  </a:lnTo>
                  <a:lnTo>
                    <a:pt x="349" y="414"/>
                  </a:lnTo>
                  <a:lnTo>
                    <a:pt x="348" y="412"/>
                  </a:lnTo>
                  <a:lnTo>
                    <a:pt x="347" y="409"/>
                  </a:lnTo>
                  <a:lnTo>
                    <a:pt x="347" y="406"/>
                  </a:lnTo>
                  <a:lnTo>
                    <a:pt x="347" y="403"/>
                  </a:lnTo>
                  <a:lnTo>
                    <a:pt x="348" y="400"/>
                  </a:lnTo>
                  <a:lnTo>
                    <a:pt x="349" y="398"/>
                  </a:lnTo>
                  <a:lnTo>
                    <a:pt x="351" y="396"/>
                  </a:lnTo>
                  <a:lnTo>
                    <a:pt x="354" y="394"/>
                  </a:lnTo>
                  <a:lnTo>
                    <a:pt x="356" y="393"/>
                  </a:lnTo>
                  <a:lnTo>
                    <a:pt x="359" y="391"/>
                  </a:lnTo>
                  <a:lnTo>
                    <a:pt x="362" y="391"/>
                  </a:lnTo>
                  <a:lnTo>
                    <a:pt x="513" y="391"/>
                  </a:lnTo>
                  <a:lnTo>
                    <a:pt x="515" y="391"/>
                  </a:lnTo>
                  <a:lnTo>
                    <a:pt x="519" y="393"/>
                  </a:lnTo>
                  <a:lnTo>
                    <a:pt x="521" y="394"/>
                  </a:lnTo>
                  <a:lnTo>
                    <a:pt x="523" y="396"/>
                  </a:lnTo>
                  <a:lnTo>
                    <a:pt x="525" y="398"/>
                  </a:lnTo>
                  <a:lnTo>
                    <a:pt x="526" y="400"/>
                  </a:lnTo>
                  <a:lnTo>
                    <a:pt x="528" y="403"/>
                  </a:lnTo>
                  <a:lnTo>
                    <a:pt x="528" y="406"/>
                  </a:lnTo>
                  <a:lnTo>
                    <a:pt x="528" y="409"/>
                  </a:lnTo>
                  <a:lnTo>
                    <a:pt x="526" y="412"/>
                  </a:lnTo>
                  <a:lnTo>
                    <a:pt x="525" y="414"/>
                  </a:lnTo>
                  <a:lnTo>
                    <a:pt x="523" y="416"/>
                  </a:lnTo>
                  <a:lnTo>
                    <a:pt x="521" y="418"/>
                  </a:lnTo>
                  <a:lnTo>
                    <a:pt x="519" y="420"/>
                  </a:lnTo>
                  <a:lnTo>
                    <a:pt x="515" y="421"/>
                  </a:lnTo>
                  <a:lnTo>
                    <a:pt x="513" y="421"/>
                  </a:lnTo>
                  <a:close/>
                  <a:moveTo>
                    <a:pt x="513" y="572"/>
                  </a:moveTo>
                  <a:lnTo>
                    <a:pt x="362" y="572"/>
                  </a:lnTo>
                  <a:lnTo>
                    <a:pt x="359" y="571"/>
                  </a:lnTo>
                  <a:lnTo>
                    <a:pt x="356" y="571"/>
                  </a:lnTo>
                  <a:lnTo>
                    <a:pt x="354" y="569"/>
                  </a:lnTo>
                  <a:lnTo>
                    <a:pt x="351" y="568"/>
                  </a:lnTo>
                  <a:lnTo>
                    <a:pt x="349" y="565"/>
                  </a:lnTo>
                  <a:lnTo>
                    <a:pt x="348" y="563"/>
                  </a:lnTo>
                  <a:lnTo>
                    <a:pt x="347" y="560"/>
                  </a:lnTo>
                  <a:lnTo>
                    <a:pt x="347" y="556"/>
                  </a:lnTo>
                  <a:lnTo>
                    <a:pt x="347" y="554"/>
                  </a:lnTo>
                  <a:lnTo>
                    <a:pt x="348" y="551"/>
                  </a:lnTo>
                  <a:lnTo>
                    <a:pt x="349" y="548"/>
                  </a:lnTo>
                  <a:lnTo>
                    <a:pt x="351" y="546"/>
                  </a:lnTo>
                  <a:lnTo>
                    <a:pt x="354" y="544"/>
                  </a:lnTo>
                  <a:lnTo>
                    <a:pt x="356" y="543"/>
                  </a:lnTo>
                  <a:lnTo>
                    <a:pt x="359" y="542"/>
                  </a:lnTo>
                  <a:lnTo>
                    <a:pt x="362" y="542"/>
                  </a:lnTo>
                  <a:lnTo>
                    <a:pt x="513" y="542"/>
                  </a:lnTo>
                  <a:lnTo>
                    <a:pt x="515" y="542"/>
                  </a:lnTo>
                  <a:lnTo>
                    <a:pt x="519" y="543"/>
                  </a:lnTo>
                  <a:lnTo>
                    <a:pt x="521" y="544"/>
                  </a:lnTo>
                  <a:lnTo>
                    <a:pt x="523" y="546"/>
                  </a:lnTo>
                  <a:lnTo>
                    <a:pt x="525" y="548"/>
                  </a:lnTo>
                  <a:lnTo>
                    <a:pt x="526" y="551"/>
                  </a:lnTo>
                  <a:lnTo>
                    <a:pt x="528" y="554"/>
                  </a:lnTo>
                  <a:lnTo>
                    <a:pt x="528" y="556"/>
                  </a:lnTo>
                  <a:lnTo>
                    <a:pt x="528" y="560"/>
                  </a:lnTo>
                  <a:lnTo>
                    <a:pt x="526" y="563"/>
                  </a:lnTo>
                  <a:lnTo>
                    <a:pt x="525" y="565"/>
                  </a:lnTo>
                  <a:lnTo>
                    <a:pt x="523" y="568"/>
                  </a:lnTo>
                  <a:lnTo>
                    <a:pt x="521" y="569"/>
                  </a:lnTo>
                  <a:lnTo>
                    <a:pt x="519" y="571"/>
                  </a:lnTo>
                  <a:lnTo>
                    <a:pt x="515" y="571"/>
                  </a:lnTo>
                  <a:lnTo>
                    <a:pt x="513" y="572"/>
                  </a:lnTo>
                  <a:close/>
                  <a:moveTo>
                    <a:pt x="513" y="722"/>
                  </a:moveTo>
                  <a:lnTo>
                    <a:pt x="362" y="722"/>
                  </a:lnTo>
                  <a:lnTo>
                    <a:pt x="359" y="722"/>
                  </a:lnTo>
                  <a:lnTo>
                    <a:pt x="356" y="721"/>
                  </a:lnTo>
                  <a:lnTo>
                    <a:pt x="354" y="720"/>
                  </a:lnTo>
                  <a:lnTo>
                    <a:pt x="351" y="718"/>
                  </a:lnTo>
                  <a:lnTo>
                    <a:pt x="349" y="716"/>
                  </a:lnTo>
                  <a:lnTo>
                    <a:pt x="348" y="713"/>
                  </a:lnTo>
                  <a:lnTo>
                    <a:pt x="347" y="710"/>
                  </a:lnTo>
                  <a:lnTo>
                    <a:pt x="347" y="708"/>
                  </a:lnTo>
                  <a:lnTo>
                    <a:pt x="347" y="704"/>
                  </a:lnTo>
                  <a:lnTo>
                    <a:pt x="348" y="702"/>
                  </a:lnTo>
                  <a:lnTo>
                    <a:pt x="349" y="699"/>
                  </a:lnTo>
                  <a:lnTo>
                    <a:pt x="351" y="696"/>
                  </a:lnTo>
                  <a:lnTo>
                    <a:pt x="354" y="695"/>
                  </a:lnTo>
                  <a:lnTo>
                    <a:pt x="356" y="693"/>
                  </a:lnTo>
                  <a:lnTo>
                    <a:pt x="359" y="693"/>
                  </a:lnTo>
                  <a:lnTo>
                    <a:pt x="362" y="692"/>
                  </a:lnTo>
                  <a:lnTo>
                    <a:pt x="513" y="692"/>
                  </a:lnTo>
                  <a:lnTo>
                    <a:pt x="515" y="693"/>
                  </a:lnTo>
                  <a:lnTo>
                    <a:pt x="519" y="693"/>
                  </a:lnTo>
                  <a:lnTo>
                    <a:pt x="521" y="695"/>
                  </a:lnTo>
                  <a:lnTo>
                    <a:pt x="523" y="696"/>
                  </a:lnTo>
                  <a:lnTo>
                    <a:pt x="525" y="699"/>
                  </a:lnTo>
                  <a:lnTo>
                    <a:pt x="526" y="702"/>
                  </a:lnTo>
                  <a:lnTo>
                    <a:pt x="528" y="704"/>
                  </a:lnTo>
                  <a:lnTo>
                    <a:pt x="528" y="708"/>
                  </a:lnTo>
                  <a:lnTo>
                    <a:pt x="528" y="710"/>
                  </a:lnTo>
                  <a:lnTo>
                    <a:pt x="526" y="713"/>
                  </a:lnTo>
                  <a:lnTo>
                    <a:pt x="525" y="716"/>
                  </a:lnTo>
                  <a:lnTo>
                    <a:pt x="523" y="718"/>
                  </a:lnTo>
                  <a:lnTo>
                    <a:pt x="521" y="720"/>
                  </a:lnTo>
                  <a:lnTo>
                    <a:pt x="519" y="721"/>
                  </a:lnTo>
                  <a:lnTo>
                    <a:pt x="515" y="722"/>
                  </a:lnTo>
                  <a:lnTo>
                    <a:pt x="513" y="722"/>
                  </a:lnTo>
                  <a:close/>
                  <a:moveTo>
                    <a:pt x="312" y="326"/>
                  </a:moveTo>
                  <a:lnTo>
                    <a:pt x="237" y="402"/>
                  </a:lnTo>
                  <a:lnTo>
                    <a:pt x="232" y="405"/>
                  </a:lnTo>
                  <a:lnTo>
                    <a:pt x="226" y="406"/>
                  </a:lnTo>
                  <a:lnTo>
                    <a:pt x="220" y="405"/>
                  </a:lnTo>
                  <a:lnTo>
                    <a:pt x="216" y="402"/>
                  </a:lnTo>
                  <a:lnTo>
                    <a:pt x="200" y="387"/>
                  </a:lnTo>
                  <a:lnTo>
                    <a:pt x="199" y="385"/>
                  </a:lnTo>
                  <a:lnTo>
                    <a:pt x="198" y="381"/>
                  </a:lnTo>
                  <a:lnTo>
                    <a:pt x="197" y="379"/>
                  </a:lnTo>
                  <a:lnTo>
                    <a:pt x="197" y="376"/>
                  </a:lnTo>
                  <a:lnTo>
                    <a:pt x="197" y="373"/>
                  </a:lnTo>
                  <a:lnTo>
                    <a:pt x="198" y="370"/>
                  </a:lnTo>
                  <a:lnTo>
                    <a:pt x="199" y="368"/>
                  </a:lnTo>
                  <a:lnTo>
                    <a:pt x="200" y="365"/>
                  </a:lnTo>
                  <a:lnTo>
                    <a:pt x="203" y="363"/>
                  </a:lnTo>
                  <a:lnTo>
                    <a:pt x="206" y="362"/>
                  </a:lnTo>
                  <a:lnTo>
                    <a:pt x="208" y="361"/>
                  </a:lnTo>
                  <a:lnTo>
                    <a:pt x="211" y="361"/>
                  </a:lnTo>
                  <a:lnTo>
                    <a:pt x="214" y="361"/>
                  </a:lnTo>
                  <a:lnTo>
                    <a:pt x="217" y="362"/>
                  </a:lnTo>
                  <a:lnTo>
                    <a:pt x="219" y="363"/>
                  </a:lnTo>
                  <a:lnTo>
                    <a:pt x="221" y="365"/>
                  </a:lnTo>
                  <a:lnTo>
                    <a:pt x="226" y="370"/>
                  </a:lnTo>
                  <a:lnTo>
                    <a:pt x="290" y="306"/>
                  </a:lnTo>
                  <a:lnTo>
                    <a:pt x="294" y="303"/>
                  </a:lnTo>
                  <a:lnTo>
                    <a:pt x="296" y="302"/>
                  </a:lnTo>
                  <a:lnTo>
                    <a:pt x="298" y="301"/>
                  </a:lnTo>
                  <a:lnTo>
                    <a:pt x="302" y="301"/>
                  </a:lnTo>
                  <a:lnTo>
                    <a:pt x="304" y="301"/>
                  </a:lnTo>
                  <a:lnTo>
                    <a:pt x="307" y="302"/>
                  </a:lnTo>
                  <a:lnTo>
                    <a:pt x="310" y="303"/>
                  </a:lnTo>
                  <a:lnTo>
                    <a:pt x="312" y="306"/>
                  </a:lnTo>
                  <a:lnTo>
                    <a:pt x="314" y="308"/>
                  </a:lnTo>
                  <a:lnTo>
                    <a:pt x="315" y="310"/>
                  </a:lnTo>
                  <a:lnTo>
                    <a:pt x="316" y="312"/>
                  </a:lnTo>
                  <a:lnTo>
                    <a:pt x="316" y="316"/>
                  </a:lnTo>
                  <a:lnTo>
                    <a:pt x="316" y="319"/>
                  </a:lnTo>
                  <a:lnTo>
                    <a:pt x="315" y="321"/>
                  </a:lnTo>
                  <a:lnTo>
                    <a:pt x="314" y="324"/>
                  </a:lnTo>
                  <a:lnTo>
                    <a:pt x="312" y="326"/>
                  </a:lnTo>
                  <a:close/>
                  <a:moveTo>
                    <a:pt x="312" y="477"/>
                  </a:moveTo>
                  <a:lnTo>
                    <a:pt x="237" y="552"/>
                  </a:lnTo>
                  <a:lnTo>
                    <a:pt x="232" y="555"/>
                  </a:lnTo>
                  <a:lnTo>
                    <a:pt x="226" y="556"/>
                  </a:lnTo>
                  <a:lnTo>
                    <a:pt x="220" y="555"/>
                  </a:lnTo>
                  <a:lnTo>
                    <a:pt x="216" y="552"/>
                  </a:lnTo>
                  <a:lnTo>
                    <a:pt x="200" y="537"/>
                  </a:lnTo>
                  <a:lnTo>
                    <a:pt x="199" y="535"/>
                  </a:lnTo>
                  <a:lnTo>
                    <a:pt x="198" y="533"/>
                  </a:lnTo>
                  <a:lnTo>
                    <a:pt x="197" y="529"/>
                  </a:lnTo>
                  <a:lnTo>
                    <a:pt x="197" y="527"/>
                  </a:lnTo>
                  <a:lnTo>
                    <a:pt x="197" y="524"/>
                  </a:lnTo>
                  <a:lnTo>
                    <a:pt x="198" y="521"/>
                  </a:lnTo>
                  <a:lnTo>
                    <a:pt x="199" y="518"/>
                  </a:lnTo>
                  <a:lnTo>
                    <a:pt x="200" y="516"/>
                  </a:lnTo>
                  <a:lnTo>
                    <a:pt x="203" y="514"/>
                  </a:lnTo>
                  <a:lnTo>
                    <a:pt x="206" y="512"/>
                  </a:lnTo>
                  <a:lnTo>
                    <a:pt x="208" y="512"/>
                  </a:lnTo>
                  <a:lnTo>
                    <a:pt x="211" y="511"/>
                  </a:lnTo>
                  <a:lnTo>
                    <a:pt x="214" y="512"/>
                  </a:lnTo>
                  <a:lnTo>
                    <a:pt x="217" y="512"/>
                  </a:lnTo>
                  <a:lnTo>
                    <a:pt x="219" y="514"/>
                  </a:lnTo>
                  <a:lnTo>
                    <a:pt x="221" y="516"/>
                  </a:lnTo>
                  <a:lnTo>
                    <a:pt x="226" y="520"/>
                  </a:lnTo>
                  <a:lnTo>
                    <a:pt x="290" y="456"/>
                  </a:lnTo>
                  <a:lnTo>
                    <a:pt x="294" y="454"/>
                  </a:lnTo>
                  <a:lnTo>
                    <a:pt x="296" y="452"/>
                  </a:lnTo>
                  <a:lnTo>
                    <a:pt x="298" y="451"/>
                  </a:lnTo>
                  <a:lnTo>
                    <a:pt x="302" y="451"/>
                  </a:lnTo>
                  <a:lnTo>
                    <a:pt x="304" y="451"/>
                  </a:lnTo>
                  <a:lnTo>
                    <a:pt x="307" y="452"/>
                  </a:lnTo>
                  <a:lnTo>
                    <a:pt x="310" y="454"/>
                  </a:lnTo>
                  <a:lnTo>
                    <a:pt x="312" y="456"/>
                  </a:lnTo>
                  <a:lnTo>
                    <a:pt x="314" y="458"/>
                  </a:lnTo>
                  <a:lnTo>
                    <a:pt x="315" y="460"/>
                  </a:lnTo>
                  <a:lnTo>
                    <a:pt x="316" y="464"/>
                  </a:lnTo>
                  <a:lnTo>
                    <a:pt x="316" y="466"/>
                  </a:lnTo>
                  <a:lnTo>
                    <a:pt x="316" y="469"/>
                  </a:lnTo>
                  <a:lnTo>
                    <a:pt x="315" y="472"/>
                  </a:lnTo>
                  <a:lnTo>
                    <a:pt x="314" y="475"/>
                  </a:lnTo>
                  <a:lnTo>
                    <a:pt x="312" y="477"/>
                  </a:lnTo>
                  <a:close/>
                  <a:moveTo>
                    <a:pt x="164" y="236"/>
                  </a:moveTo>
                  <a:lnTo>
                    <a:pt x="162" y="237"/>
                  </a:lnTo>
                  <a:lnTo>
                    <a:pt x="158" y="238"/>
                  </a:lnTo>
                  <a:lnTo>
                    <a:pt x="157" y="238"/>
                  </a:lnTo>
                  <a:lnTo>
                    <a:pt x="155" y="238"/>
                  </a:lnTo>
                  <a:lnTo>
                    <a:pt x="153" y="239"/>
                  </a:lnTo>
                  <a:lnTo>
                    <a:pt x="151" y="239"/>
                  </a:lnTo>
                  <a:lnTo>
                    <a:pt x="151" y="180"/>
                  </a:lnTo>
                  <a:lnTo>
                    <a:pt x="217" y="180"/>
                  </a:lnTo>
                  <a:lnTo>
                    <a:pt x="214" y="188"/>
                  </a:lnTo>
                  <a:lnTo>
                    <a:pt x="208" y="197"/>
                  </a:lnTo>
                  <a:lnTo>
                    <a:pt x="203" y="205"/>
                  </a:lnTo>
                  <a:lnTo>
                    <a:pt x="197" y="212"/>
                  </a:lnTo>
                  <a:lnTo>
                    <a:pt x="190" y="220"/>
                  </a:lnTo>
                  <a:lnTo>
                    <a:pt x="182" y="225"/>
                  </a:lnTo>
                  <a:lnTo>
                    <a:pt x="173" y="231"/>
                  </a:lnTo>
                  <a:lnTo>
                    <a:pt x="164" y="236"/>
                  </a:lnTo>
                  <a:close/>
                  <a:moveTo>
                    <a:pt x="121" y="166"/>
                  </a:moveTo>
                  <a:lnTo>
                    <a:pt x="121" y="256"/>
                  </a:lnTo>
                  <a:lnTo>
                    <a:pt x="121" y="601"/>
                  </a:lnTo>
                  <a:lnTo>
                    <a:pt x="31" y="601"/>
                  </a:lnTo>
                  <a:lnTo>
                    <a:pt x="31" y="135"/>
                  </a:lnTo>
                  <a:lnTo>
                    <a:pt x="31" y="125"/>
                  </a:lnTo>
                  <a:lnTo>
                    <a:pt x="33" y="115"/>
                  </a:lnTo>
                  <a:lnTo>
                    <a:pt x="35" y="105"/>
                  </a:lnTo>
                  <a:lnTo>
                    <a:pt x="39" y="94"/>
                  </a:lnTo>
                  <a:lnTo>
                    <a:pt x="43" y="85"/>
                  </a:lnTo>
                  <a:lnTo>
                    <a:pt x="48" y="77"/>
                  </a:lnTo>
                  <a:lnTo>
                    <a:pt x="53" y="68"/>
                  </a:lnTo>
                  <a:lnTo>
                    <a:pt x="60" y="62"/>
                  </a:lnTo>
                  <a:lnTo>
                    <a:pt x="67" y="55"/>
                  </a:lnTo>
                  <a:lnTo>
                    <a:pt x="75" y="48"/>
                  </a:lnTo>
                  <a:lnTo>
                    <a:pt x="83" y="42"/>
                  </a:lnTo>
                  <a:lnTo>
                    <a:pt x="92" y="38"/>
                  </a:lnTo>
                  <a:lnTo>
                    <a:pt x="101" y="35"/>
                  </a:lnTo>
                  <a:lnTo>
                    <a:pt x="110" y="32"/>
                  </a:lnTo>
                  <a:lnTo>
                    <a:pt x="120" y="30"/>
                  </a:lnTo>
                  <a:lnTo>
                    <a:pt x="129" y="30"/>
                  </a:lnTo>
                  <a:lnTo>
                    <a:pt x="132" y="30"/>
                  </a:lnTo>
                  <a:lnTo>
                    <a:pt x="135" y="30"/>
                  </a:lnTo>
                  <a:lnTo>
                    <a:pt x="150" y="36"/>
                  </a:lnTo>
                  <a:lnTo>
                    <a:pt x="164" y="41"/>
                  </a:lnTo>
                  <a:lnTo>
                    <a:pt x="176" y="48"/>
                  </a:lnTo>
                  <a:lnTo>
                    <a:pt x="188" y="56"/>
                  </a:lnTo>
                  <a:lnTo>
                    <a:pt x="197" y="63"/>
                  </a:lnTo>
                  <a:lnTo>
                    <a:pt x="205" y="71"/>
                  </a:lnTo>
                  <a:lnTo>
                    <a:pt x="210" y="80"/>
                  </a:lnTo>
                  <a:lnTo>
                    <a:pt x="216" y="88"/>
                  </a:lnTo>
                  <a:lnTo>
                    <a:pt x="220" y="99"/>
                  </a:lnTo>
                  <a:lnTo>
                    <a:pt x="224" y="110"/>
                  </a:lnTo>
                  <a:lnTo>
                    <a:pt x="226" y="123"/>
                  </a:lnTo>
                  <a:lnTo>
                    <a:pt x="226" y="135"/>
                  </a:lnTo>
                  <a:lnTo>
                    <a:pt x="226" y="143"/>
                  </a:lnTo>
                  <a:lnTo>
                    <a:pt x="225" y="150"/>
                  </a:lnTo>
                  <a:lnTo>
                    <a:pt x="136" y="150"/>
                  </a:lnTo>
                  <a:lnTo>
                    <a:pt x="133" y="151"/>
                  </a:lnTo>
                  <a:lnTo>
                    <a:pt x="130" y="151"/>
                  </a:lnTo>
                  <a:lnTo>
                    <a:pt x="128" y="153"/>
                  </a:lnTo>
                  <a:lnTo>
                    <a:pt x="125" y="154"/>
                  </a:lnTo>
                  <a:lnTo>
                    <a:pt x="123" y="156"/>
                  </a:lnTo>
                  <a:lnTo>
                    <a:pt x="122" y="160"/>
                  </a:lnTo>
                  <a:lnTo>
                    <a:pt x="121" y="162"/>
                  </a:lnTo>
                  <a:lnTo>
                    <a:pt x="121" y="166"/>
                  </a:lnTo>
                  <a:close/>
                  <a:moveTo>
                    <a:pt x="587" y="0"/>
                  </a:moveTo>
                  <a:lnTo>
                    <a:pt x="136" y="0"/>
                  </a:lnTo>
                  <a:lnTo>
                    <a:pt x="136" y="0"/>
                  </a:lnTo>
                  <a:lnTo>
                    <a:pt x="135" y="0"/>
                  </a:lnTo>
                  <a:lnTo>
                    <a:pt x="132" y="0"/>
                  </a:lnTo>
                  <a:lnTo>
                    <a:pt x="129" y="0"/>
                  </a:lnTo>
                  <a:lnTo>
                    <a:pt x="116" y="1"/>
                  </a:lnTo>
                  <a:lnTo>
                    <a:pt x="104" y="2"/>
                  </a:lnTo>
                  <a:lnTo>
                    <a:pt x="92" y="5"/>
                  </a:lnTo>
                  <a:lnTo>
                    <a:pt x="80" y="11"/>
                  </a:lnTo>
                  <a:lnTo>
                    <a:pt x="69" y="16"/>
                  </a:lnTo>
                  <a:lnTo>
                    <a:pt x="58" y="23"/>
                  </a:lnTo>
                  <a:lnTo>
                    <a:pt x="48" y="31"/>
                  </a:lnTo>
                  <a:lnTo>
                    <a:pt x="39" y="40"/>
                  </a:lnTo>
                  <a:lnTo>
                    <a:pt x="31" y="49"/>
                  </a:lnTo>
                  <a:lnTo>
                    <a:pt x="23" y="59"/>
                  </a:lnTo>
                  <a:lnTo>
                    <a:pt x="16" y="71"/>
                  </a:lnTo>
                  <a:lnTo>
                    <a:pt x="10" y="83"/>
                  </a:lnTo>
                  <a:lnTo>
                    <a:pt x="6" y="95"/>
                  </a:lnTo>
                  <a:lnTo>
                    <a:pt x="4" y="108"/>
                  </a:lnTo>
                  <a:lnTo>
                    <a:pt x="1" y="121"/>
                  </a:lnTo>
                  <a:lnTo>
                    <a:pt x="0" y="135"/>
                  </a:lnTo>
                  <a:lnTo>
                    <a:pt x="0" y="617"/>
                  </a:lnTo>
                  <a:lnTo>
                    <a:pt x="1" y="620"/>
                  </a:lnTo>
                  <a:lnTo>
                    <a:pt x="1" y="623"/>
                  </a:lnTo>
                  <a:lnTo>
                    <a:pt x="4" y="625"/>
                  </a:lnTo>
                  <a:lnTo>
                    <a:pt x="5" y="627"/>
                  </a:lnTo>
                  <a:lnTo>
                    <a:pt x="7" y="630"/>
                  </a:lnTo>
                  <a:lnTo>
                    <a:pt x="9" y="631"/>
                  </a:lnTo>
                  <a:lnTo>
                    <a:pt x="13" y="632"/>
                  </a:lnTo>
                  <a:lnTo>
                    <a:pt x="16" y="632"/>
                  </a:lnTo>
                  <a:lnTo>
                    <a:pt x="121" y="632"/>
                  </a:lnTo>
                  <a:lnTo>
                    <a:pt x="121" y="888"/>
                  </a:lnTo>
                  <a:lnTo>
                    <a:pt x="121" y="891"/>
                  </a:lnTo>
                  <a:lnTo>
                    <a:pt x="122" y="894"/>
                  </a:lnTo>
                  <a:lnTo>
                    <a:pt x="123" y="896"/>
                  </a:lnTo>
                  <a:lnTo>
                    <a:pt x="125" y="898"/>
                  </a:lnTo>
                  <a:lnTo>
                    <a:pt x="128" y="901"/>
                  </a:lnTo>
                  <a:lnTo>
                    <a:pt x="130" y="902"/>
                  </a:lnTo>
                  <a:lnTo>
                    <a:pt x="133" y="903"/>
                  </a:lnTo>
                  <a:lnTo>
                    <a:pt x="136" y="903"/>
                  </a:lnTo>
                  <a:lnTo>
                    <a:pt x="587" y="903"/>
                  </a:lnTo>
                  <a:lnTo>
                    <a:pt x="591" y="903"/>
                  </a:lnTo>
                  <a:lnTo>
                    <a:pt x="593" y="902"/>
                  </a:lnTo>
                  <a:lnTo>
                    <a:pt x="596" y="901"/>
                  </a:lnTo>
                  <a:lnTo>
                    <a:pt x="599" y="898"/>
                  </a:lnTo>
                  <a:lnTo>
                    <a:pt x="600" y="896"/>
                  </a:lnTo>
                  <a:lnTo>
                    <a:pt x="602" y="894"/>
                  </a:lnTo>
                  <a:lnTo>
                    <a:pt x="602" y="891"/>
                  </a:lnTo>
                  <a:lnTo>
                    <a:pt x="603" y="888"/>
                  </a:lnTo>
                  <a:lnTo>
                    <a:pt x="603" y="269"/>
                  </a:lnTo>
                  <a:lnTo>
                    <a:pt x="615" y="267"/>
                  </a:lnTo>
                  <a:lnTo>
                    <a:pt x="627" y="264"/>
                  </a:lnTo>
                  <a:lnTo>
                    <a:pt x="638" y="259"/>
                  </a:lnTo>
                  <a:lnTo>
                    <a:pt x="648" y="255"/>
                  </a:lnTo>
                  <a:lnTo>
                    <a:pt x="660" y="248"/>
                  </a:lnTo>
                  <a:lnTo>
                    <a:pt x="670" y="241"/>
                  </a:lnTo>
                  <a:lnTo>
                    <a:pt x="679" y="232"/>
                  </a:lnTo>
                  <a:lnTo>
                    <a:pt x="687" y="224"/>
                  </a:lnTo>
                  <a:lnTo>
                    <a:pt x="695" y="214"/>
                  </a:lnTo>
                  <a:lnTo>
                    <a:pt x="703" y="204"/>
                  </a:lnTo>
                  <a:lnTo>
                    <a:pt x="708" y="194"/>
                  </a:lnTo>
                  <a:lnTo>
                    <a:pt x="714" y="182"/>
                  </a:lnTo>
                  <a:lnTo>
                    <a:pt x="717" y="171"/>
                  </a:lnTo>
                  <a:lnTo>
                    <a:pt x="721" y="160"/>
                  </a:lnTo>
                  <a:lnTo>
                    <a:pt x="723" y="147"/>
                  </a:lnTo>
                  <a:lnTo>
                    <a:pt x="723" y="135"/>
                  </a:lnTo>
                  <a:lnTo>
                    <a:pt x="723" y="121"/>
                  </a:lnTo>
                  <a:lnTo>
                    <a:pt x="721" y="109"/>
                  </a:lnTo>
                  <a:lnTo>
                    <a:pt x="717" y="97"/>
                  </a:lnTo>
                  <a:lnTo>
                    <a:pt x="712" y="84"/>
                  </a:lnTo>
                  <a:lnTo>
                    <a:pt x="706" y="72"/>
                  </a:lnTo>
                  <a:lnTo>
                    <a:pt x="699" y="60"/>
                  </a:lnTo>
                  <a:lnTo>
                    <a:pt x="691" y="50"/>
                  </a:lnTo>
                  <a:lnTo>
                    <a:pt x="682" y="40"/>
                  </a:lnTo>
                  <a:lnTo>
                    <a:pt x="672" y="32"/>
                  </a:lnTo>
                  <a:lnTo>
                    <a:pt x="662" y="23"/>
                  </a:lnTo>
                  <a:lnTo>
                    <a:pt x="651" y="16"/>
                  </a:lnTo>
                  <a:lnTo>
                    <a:pt x="638" y="11"/>
                  </a:lnTo>
                  <a:lnTo>
                    <a:pt x="627" y="6"/>
                  </a:lnTo>
                  <a:lnTo>
                    <a:pt x="613" y="3"/>
                  </a:lnTo>
                  <a:lnTo>
                    <a:pt x="601" y="1"/>
                  </a:lnTo>
                  <a:lnTo>
                    <a:pt x="587" y="0"/>
                  </a:lnTo>
                  <a:lnTo>
                    <a:pt x="58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9" name="Freeform 4605">
              <a:extLst>
                <a:ext uri="{FF2B5EF4-FFF2-40B4-BE49-F238E27FC236}">
                  <a16:creationId xmlns:a16="http://schemas.microsoft.com/office/drawing/2014/main" id="{A9A87169-9C45-A827-082B-D4B62F7D4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9000" y="4722813"/>
              <a:ext cx="66675" cy="128588"/>
            </a:xfrm>
            <a:custGeom>
              <a:avLst/>
              <a:gdLst>
                <a:gd name="T0" fmla="*/ 123 w 210"/>
                <a:gd name="T1" fmla="*/ 1 h 407"/>
                <a:gd name="T2" fmla="*/ 101 w 210"/>
                <a:gd name="T3" fmla="*/ 8 h 407"/>
                <a:gd name="T4" fmla="*/ 82 w 210"/>
                <a:gd name="T5" fmla="*/ 21 h 407"/>
                <a:gd name="T6" fmla="*/ 67 w 210"/>
                <a:gd name="T7" fmla="*/ 37 h 407"/>
                <a:gd name="T8" fmla="*/ 50 w 210"/>
                <a:gd name="T9" fmla="*/ 47 h 407"/>
                <a:gd name="T10" fmla="*/ 33 w 210"/>
                <a:gd name="T11" fmla="*/ 54 h 407"/>
                <a:gd name="T12" fmla="*/ 23 w 210"/>
                <a:gd name="T13" fmla="*/ 61 h 407"/>
                <a:gd name="T14" fmla="*/ 14 w 210"/>
                <a:gd name="T15" fmla="*/ 70 h 407"/>
                <a:gd name="T16" fmla="*/ 7 w 210"/>
                <a:gd name="T17" fmla="*/ 81 h 407"/>
                <a:gd name="T18" fmla="*/ 2 w 210"/>
                <a:gd name="T19" fmla="*/ 95 h 407"/>
                <a:gd name="T20" fmla="*/ 0 w 210"/>
                <a:gd name="T21" fmla="*/ 110 h 407"/>
                <a:gd name="T22" fmla="*/ 0 w 210"/>
                <a:gd name="T23" fmla="*/ 393 h 407"/>
                <a:gd name="T24" fmla="*/ 1 w 210"/>
                <a:gd name="T25" fmla="*/ 398 h 407"/>
                <a:gd name="T26" fmla="*/ 3 w 210"/>
                <a:gd name="T27" fmla="*/ 403 h 407"/>
                <a:gd name="T28" fmla="*/ 9 w 210"/>
                <a:gd name="T29" fmla="*/ 406 h 407"/>
                <a:gd name="T30" fmla="*/ 14 w 210"/>
                <a:gd name="T31" fmla="*/ 407 h 407"/>
                <a:gd name="T32" fmla="*/ 20 w 210"/>
                <a:gd name="T33" fmla="*/ 406 h 407"/>
                <a:gd name="T34" fmla="*/ 24 w 210"/>
                <a:gd name="T35" fmla="*/ 403 h 407"/>
                <a:gd name="T36" fmla="*/ 28 w 210"/>
                <a:gd name="T37" fmla="*/ 398 h 407"/>
                <a:gd name="T38" fmla="*/ 29 w 210"/>
                <a:gd name="T39" fmla="*/ 393 h 407"/>
                <a:gd name="T40" fmla="*/ 30 w 210"/>
                <a:gd name="T41" fmla="*/ 110 h 407"/>
                <a:gd name="T42" fmla="*/ 35 w 210"/>
                <a:gd name="T43" fmla="*/ 95 h 407"/>
                <a:gd name="T44" fmla="*/ 42 w 210"/>
                <a:gd name="T45" fmla="*/ 84 h 407"/>
                <a:gd name="T46" fmla="*/ 54 w 210"/>
                <a:gd name="T47" fmla="*/ 78 h 407"/>
                <a:gd name="T48" fmla="*/ 59 w 210"/>
                <a:gd name="T49" fmla="*/ 331 h 407"/>
                <a:gd name="T50" fmla="*/ 210 w 210"/>
                <a:gd name="T51" fmla="*/ 60 h 407"/>
                <a:gd name="T52" fmla="*/ 209 w 210"/>
                <a:gd name="T53" fmla="*/ 49 h 407"/>
                <a:gd name="T54" fmla="*/ 203 w 210"/>
                <a:gd name="T55" fmla="*/ 39 h 407"/>
                <a:gd name="T56" fmla="*/ 186 w 210"/>
                <a:gd name="T57" fmla="*/ 20 h 407"/>
                <a:gd name="T58" fmla="*/ 162 w 210"/>
                <a:gd name="T59" fmla="*/ 5 h 407"/>
                <a:gd name="T60" fmla="*/ 149 w 210"/>
                <a:gd name="T61" fmla="*/ 1 h 407"/>
                <a:gd name="T62" fmla="*/ 135 w 210"/>
                <a:gd name="T63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0" h="407">
                  <a:moveTo>
                    <a:pt x="135" y="0"/>
                  </a:moveTo>
                  <a:lnTo>
                    <a:pt x="123" y="1"/>
                  </a:lnTo>
                  <a:lnTo>
                    <a:pt x="111" y="3"/>
                  </a:lnTo>
                  <a:lnTo>
                    <a:pt x="101" y="8"/>
                  </a:lnTo>
                  <a:lnTo>
                    <a:pt x="91" y="14"/>
                  </a:lnTo>
                  <a:lnTo>
                    <a:pt x="82" y="21"/>
                  </a:lnTo>
                  <a:lnTo>
                    <a:pt x="74" y="29"/>
                  </a:lnTo>
                  <a:lnTo>
                    <a:pt x="67" y="37"/>
                  </a:lnTo>
                  <a:lnTo>
                    <a:pt x="63" y="45"/>
                  </a:lnTo>
                  <a:lnTo>
                    <a:pt x="50" y="47"/>
                  </a:lnTo>
                  <a:lnTo>
                    <a:pt x="39" y="52"/>
                  </a:lnTo>
                  <a:lnTo>
                    <a:pt x="33" y="54"/>
                  </a:lnTo>
                  <a:lnTo>
                    <a:pt x="28" y="57"/>
                  </a:lnTo>
                  <a:lnTo>
                    <a:pt x="23" y="61"/>
                  </a:lnTo>
                  <a:lnTo>
                    <a:pt x="19" y="65"/>
                  </a:lnTo>
                  <a:lnTo>
                    <a:pt x="14" y="70"/>
                  </a:lnTo>
                  <a:lnTo>
                    <a:pt x="11" y="75"/>
                  </a:lnTo>
                  <a:lnTo>
                    <a:pt x="7" y="81"/>
                  </a:lnTo>
                  <a:lnTo>
                    <a:pt x="4" y="88"/>
                  </a:lnTo>
                  <a:lnTo>
                    <a:pt x="2" y="95"/>
                  </a:lnTo>
                  <a:lnTo>
                    <a:pt x="1" y="102"/>
                  </a:lnTo>
                  <a:lnTo>
                    <a:pt x="0" y="110"/>
                  </a:lnTo>
                  <a:lnTo>
                    <a:pt x="0" y="119"/>
                  </a:lnTo>
                  <a:lnTo>
                    <a:pt x="0" y="393"/>
                  </a:lnTo>
                  <a:lnTo>
                    <a:pt x="0" y="395"/>
                  </a:lnTo>
                  <a:lnTo>
                    <a:pt x="1" y="398"/>
                  </a:lnTo>
                  <a:lnTo>
                    <a:pt x="2" y="401"/>
                  </a:lnTo>
                  <a:lnTo>
                    <a:pt x="3" y="403"/>
                  </a:lnTo>
                  <a:lnTo>
                    <a:pt x="5" y="405"/>
                  </a:lnTo>
                  <a:lnTo>
                    <a:pt x="9" y="406"/>
                  </a:lnTo>
                  <a:lnTo>
                    <a:pt x="11" y="407"/>
                  </a:lnTo>
                  <a:lnTo>
                    <a:pt x="14" y="407"/>
                  </a:lnTo>
                  <a:lnTo>
                    <a:pt x="18" y="407"/>
                  </a:lnTo>
                  <a:lnTo>
                    <a:pt x="20" y="406"/>
                  </a:lnTo>
                  <a:lnTo>
                    <a:pt x="22" y="405"/>
                  </a:lnTo>
                  <a:lnTo>
                    <a:pt x="24" y="403"/>
                  </a:lnTo>
                  <a:lnTo>
                    <a:pt x="27" y="401"/>
                  </a:lnTo>
                  <a:lnTo>
                    <a:pt x="28" y="398"/>
                  </a:lnTo>
                  <a:lnTo>
                    <a:pt x="29" y="395"/>
                  </a:lnTo>
                  <a:lnTo>
                    <a:pt x="29" y="393"/>
                  </a:lnTo>
                  <a:lnTo>
                    <a:pt x="29" y="119"/>
                  </a:lnTo>
                  <a:lnTo>
                    <a:pt x="30" y="110"/>
                  </a:lnTo>
                  <a:lnTo>
                    <a:pt x="31" y="101"/>
                  </a:lnTo>
                  <a:lnTo>
                    <a:pt x="35" y="95"/>
                  </a:lnTo>
                  <a:lnTo>
                    <a:pt x="38" y="89"/>
                  </a:lnTo>
                  <a:lnTo>
                    <a:pt x="42" y="84"/>
                  </a:lnTo>
                  <a:lnTo>
                    <a:pt x="48" y="81"/>
                  </a:lnTo>
                  <a:lnTo>
                    <a:pt x="54" y="78"/>
                  </a:lnTo>
                  <a:lnTo>
                    <a:pt x="59" y="76"/>
                  </a:lnTo>
                  <a:lnTo>
                    <a:pt x="59" y="331"/>
                  </a:lnTo>
                  <a:lnTo>
                    <a:pt x="210" y="331"/>
                  </a:lnTo>
                  <a:lnTo>
                    <a:pt x="210" y="60"/>
                  </a:lnTo>
                  <a:lnTo>
                    <a:pt x="210" y="55"/>
                  </a:lnTo>
                  <a:lnTo>
                    <a:pt x="209" y="49"/>
                  </a:lnTo>
                  <a:lnTo>
                    <a:pt x="206" y="45"/>
                  </a:lnTo>
                  <a:lnTo>
                    <a:pt x="203" y="39"/>
                  </a:lnTo>
                  <a:lnTo>
                    <a:pt x="196" y="29"/>
                  </a:lnTo>
                  <a:lnTo>
                    <a:pt x="186" y="20"/>
                  </a:lnTo>
                  <a:lnTo>
                    <a:pt x="175" y="12"/>
                  </a:lnTo>
                  <a:lnTo>
                    <a:pt x="162" y="5"/>
                  </a:lnTo>
                  <a:lnTo>
                    <a:pt x="155" y="3"/>
                  </a:lnTo>
                  <a:lnTo>
                    <a:pt x="149" y="1"/>
                  </a:lnTo>
                  <a:lnTo>
                    <a:pt x="142" y="0"/>
                  </a:lnTo>
                  <a:lnTo>
                    <a:pt x="135" y="0"/>
                  </a:lnTo>
                  <a:lnTo>
                    <a:pt x="1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0" name="Freeform 4606">
              <a:extLst>
                <a:ext uri="{FF2B5EF4-FFF2-40B4-BE49-F238E27FC236}">
                  <a16:creationId xmlns:a16="http://schemas.microsoft.com/office/drawing/2014/main" id="{A9AA9A80-9001-710E-D5F5-6E6F10FC5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8050" y="4913313"/>
              <a:ext cx="47625" cy="28575"/>
            </a:xfrm>
            <a:custGeom>
              <a:avLst/>
              <a:gdLst>
                <a:gd name="T0" fmla="*/ 0 w 151"/>
                <a:gd name="T1" fmla="*/ 14 h 90"/>
                <a:gd name="T2" fmla="*/ 0 w 151"/>
                <a:gd name="T3" fmla="*/ 22 h 90"/>
                <a:gd name="T4" fmla="*/ 2 w 151"/>
                <a:gd name="T5" fmla="*/ 29 h 90"/>
                <a:gd name="T6" fmla="*/ 4 w 151"/>
                <a:gd name="T7" fmla="*/ 37 h 90"/>
                <a:gd name="T8" fmla="*/ 6 w 151"/>
                <a:gd name="T9" fmla="*/ 44 h 90"/>
                <a:gd name="T10" fmla="*/ 9 w 151"/>
                <a:gd name="T11" fmla="*/ 50 h 90"/>
                <a:gd name="T12" fmla="*/ 14 w 151"/>
                <a:gd name="T13" fmla="*/ 56 h 90"/>
                <a:gd name="T14" fmla="*/ 18 w 151"/>
                <a:gd name="T15" fmla="*/ 62 h 90"/>
                <a:gd name="T16" fmla="*/ 23 w 151"/>
                <a:gd name="T17" fmla="*/ 67 h 90"/>
                <a:gd name="T18" fmla="*/ 29 w 151"/>
                <a:gd name="T19" fmla="*/ 72 h 90"/>
                <a:gd name="T20" fmla="*/ 34 w 151"/>
                <a:gd name="T21" fmla="*/ 76 h 90"/>
                <a:gd name="T22" fmla="*/ 40 w 151"/>
                <a:gd name="T23" fmla="*/ 81 h 90"/>
                <a:gd name="T24" fmla="*/ 47 w 151"/>
                <a:gd name="T25" fmla="*/ 84 h 90"/>
                <a:gd name="T26" fmla="*/ 54 w 151"/>
                <a:gd name="T27" fmla="*/ 87 h 90"/>
                <a:gd name="T28" fmla="*/ 61 w 151"/>
                <a:gd name="T29" fmla="*/ 89 h 90"/>
                <a:gd name="T30" fmla="*/ 68 w 151"/>
                <a:gd name="T31" fmla="*/ 90 h 90"/>
                <a:gd name="T32" fmla="*/ 76 w 151"/>
                <a:gd name="T33" fmla="*/ 90 h 90"/>
                <a:gd name="T34" fmla="*/ 83 w 151"/>
                <a:gd name="T35" fmla="*/ 90 h 90"/>
                <a:gd name="T36" fmla="*/ 90 w 151"/>
                <a:gd name="T37" fmla="*/ 89 h 90"/>
                <a:gd name="T38" fmla="*/ 96 w 151"/>
                <a:gd name="T39" fmla="*/ 87 h 90"/>
                <a:gd name="T40" fmla="*/ 103 w 151"/>
                <a:gd name="T41" fmla="*/ 83 h 90"/>
                <a:gd name="T42" fmla="*/ 109 w 151"/>
                <a:gd name="T43" fmla="*/ 80 h 90"/>
                <a:gd name="T44" fmla="*/ 116 w 151"/>
                <a:gd name="T45" fmla="*/ 76 h 90"/>
                <a:gd name="T46" fmla="*/ 121 w 151"/>
                <a:gd name="T47" fmla="*/ 71 h 90"/>
                <a:gd name="T48" fmla="*/ 127 w 151"/>
                <a:gd name="T49" fmla="*/ 65 h 90"/>
                <a:gd name="T50" fmla="*/ 131 w 151"/>
                <a:gd name="T51" fmla="*/ 60 h 90"/>
                <a:gd name="T52" fmla="*/ 137 w 151"/>
                <a:gd name="T53" fmla="*/ 53 h 90"/>
                <a:gd name="T54" fmla="*/ 140 w 151"/>
                <a:gd name="T55" fmla="*/ 45 h 90"/>
                <a:gd name="T56" fmla="*/ 144 w 151"/>
                <a:gd name="T57" fmla="*/ 37 h 90"/>
                <a:gd name="T58" fmla="*/ 147 w 151"/>
                <a:gd name="T59" fmla="*/ 29 h 90"/>
                <a:gd name="T60" fmla="*/ 150 w 151"/>
                <a:gd name="T61" fmla="*/ 20 h 90"/>
                <a:gd name="T62" fmla="*/ 151 w 151"/>
                <a:gd name="T63" fmla="*/ 10 h 90"/>
                <a:gd name="T64" fmla="*/ 151 w 151"/>
                <a:gd name="T65" fmla="*/ 0 h 90"/>
                <a:gd name="T66" fmla="*/ 0 w 151"/>
                <a:gd name="T67" fmla="*/ 0 h 90"/>
                <a:gd name="T68" fmla="*/ 0 w 151"/>
                <a:gd name="T69" fmla="*/ 1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1" h="90">
                  <a:moveTo>
                    <a:pt x="0" y="14"/>
                  </a:moveTo>
                  <a:lnTo>
                    <a:pt x="0" y="22"/>
                  </a:lnTo>
                  <a:lnTo>
                    <a:pt x="2" y="29"/>
                  </a:lnTo>
                  <a:lnTo>
                    <a:pt x="4" y="37"/>
                  </a:lnTo>
                  <a:lnTo>
                    <a:pt x="6" y="44"/>
                  </a:lnTo>
                  <a:lnTo>
                    <a:pt x="9" y="50"/>
                  </a:lnTo>
                  <a:lnTo>
                    <a:pt x="14" y="56"/>
                  </a:lnTo>
                  <a:lnTo>
                    <a:pt x="18" y="62"/>
                  </a:lnTo>
                  <a:lnTo>
                    <a:pt x="23" y="67"/>
                  </a:lnTo>
                  <a:lnTo>
                    <a:pt x="29" y="72"/>
                  </a:lnTo>
                  <a:lnTo>
                    <a:pt x="34" y="76"/>
                  </a:lnTo>
                  <a:lnTo>
                    <a:pt x="40" y="81"/>
                  </a:lnTo>
                  <a:lnTo>
                    <a:pt x="47" y="84"/>
                  </a:lnTo>
                  <a:lnTo>
                    <a:pt x="54" y="87"/>
                  </a:lnTo>
                  <a:lnTo>
                    <a:pt x="61" y="89"/>
                  </a:lnTo>
                  <a:lnTo>
                    <a:pt x="68" y="90"/>
                  </a:lnTo>
                  <a:lnTo>
                    <a:pt x="76" y="90"/>
                  </a:lnTo>
                  <a:lnTo>
                    <a:pt x="83" y="90"/>
                  </a:lnTo>
                  <a:lnTo>
                    <a:pt x="90" y="89"/>
                  </a:lnTo>
                  <a:lnTo>
                    <a:pt x="96" y="87"/>
                  </a:lnTo>
                  <a:lnTo>
                    <a:pt x="103" y="83"/>
                  </a:lnTo>
                  <a:lnTo>
                    <a:pt x="109" y="80"/>
                  </a:lnTo>
                  <a:lnTo>
                    <a:pt x="116" y="76"/>
                  </a:lnTo>
                  <a:lnTo>
                    <a:pt x="121" y="71"/>
                  </a:lnTo>
                  <a:lnTo>
                    <a:pt x="127" y="65"/>
                  </a:lnTo>
                  <a:lnTo>
                    <a:pt x="131" y="60"/>
                  </a:lnTo>
                  <a:lnTo>
                    <a:pt x="137" y="53"/>
                  </a:lnTo>
                  <a:lnTo>
                    <a:pt x="140" y="45"/>
                  </a:lnTo>
                  <a:lnTo>
                    <a:pt x="144" y="37"/>
                  </a:lnTo>
                  <a:lnTo>
                    <a:pt x="147" y="29"/>
                  </a:lnTo>
                  <a:lnTo>
                    <a:pt x="150" y="20"/>
                  </a:lnTo>
                  <a:lnTo>
                    <a:pt x="151" y="10"/>
                  </a:lnTo>
                  <a:lnTo>
                    <a:pt x="151" y="0"/>
                  </a:lnTo>
                  <a:lnTo>
                    <a:pt x="0" y="0"/>
                  </a:lnTo>
                  <a:lnTo>
                    <a:pt x="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1" name="Rectangle 4607">
              <a:extLst>
                <a:ext uri="{FF2B5EF4-FFF2-40B4-BE49-F238E27FC236}">
                  <a16:creationId xmlns:a16="http://schemas.microsoft.com/office/drawing/2014/main" id="{ABE9F12E-780B-2E58-2AFC-0DDE32625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8050" y="4837113"/>
              <a:ext cx="47625" cy="666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82" name="Group 81" descr="Icon of computer monitor. ">
            <a:extLst>
              <a:ext uri="{FF2B5EF4-FFF2-40B4-BE49-F238E27FC236}">
                <a16:creationId xmlns:a16="http://schemas.microsoft.com/office/drawing/2014/main" id="{0C48AF38-1032-D9C8-AE7D-D8374C0E2F15}"/>
              </a:ext>
            </a:extLst>
          </p:cNvPr>
          <p:cNvGrpSpPr/>
          <p:nvPr/>
        </p:nvGrpSpPr>
        <p:grpSpPr>
          <a:xfrm>
            <a:off x="3133330" y="1382471"/>
            <a:ext cx="287338" cy="258762"/>
            <a:chOff x="879475" y="817563"/>
            <a:chExt cx="287338" cy="258762"/>
          </a:xfrm>
          <a:solidFill>
            <a:schemeClr val="bg1"/>
          </a:solidFill>
        </p:grpSpPr>
        <p:sp>
          <p:nvSpPr>
            <p:cNvPr id="83" name="Freeform 1593">
              <a:extLst>
                <a:ext uri="{FF2B5EF4-FFF2-40B4-BE49-F238E27FC236}">
                  <a16:creationId xmlns:a16="http://schemas.microsoft.com/office/drawing/2014/main" id="{36AD9483-72A5-F25D-4484-8EEDACDF3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817563"/>
              <a:ext cx="287338" cy="171450"/>
            </a:xfrm>
            <a:custGeom>
              <a:avLst/>
              <a:gdLst>
                <a:gd name="T0" fmla="*/ 829 w 904"/>
                <a:gd name="T1" fmla="*/ 0 h 544"/>
                <a:gd name="T2" fmla="*/ 75 w 904"/>
                <a:gd name="T3" fmla="*/ 0 h 544"/>
                <a:gd name="T4" fmla="*/ 67 w 904"/>
                <a:gd name="T5" fmla="*/ 2 h 544"/>
                <a:gd name="T6" fmla="*/ 59 w 904"/>
                <a:gd name="T7" fmla="*/ 3 h 544"/>
                <a:gd name="T8" fmla="*/ 53 w 904"/>
                <a:gd name="T9" fmla="*/ 4 h 544"/>
                <a:gd name="T10" fmla="*/ 46 w 904"/>
                <a:gd name="T11" fmla="*/ 7 h 544"/>
                <a:gd name="T12" fmla="*/ 40 w 904"/>
                <a:gd name="T13" fmla="*/ 10 h 544"/>
                <a:gd name="T14" fmla="*/ 33 w 904"/>
                <a:gd name="T15" fmla="*/ 14 h 544"/>
                <a:gd name="T16" fmla="*/ 27 w 904"/>
                <a:gd name="T17" fmla="*/ 18 h 544"/>
                <a:gd name="T18" fmla="*/ 22 w 904"/>
                <a:gd name="T19" fmla="*/ 23 h 544"/>
                <a:gd name="T20" fmla="*/ 16 w 904"/>
                <a:gd name="T21" fmla="*/ 28 h 544"/>
                <a:gd name="T22" fmla="*/ 12 w 904"/>
                <a:gd name="T23" fmla="*/ 34 h 544"/>
                <a:gd name="T24" fmla="*/ 9 w 904"/>
                <a:gd name="T25" fmla="*/ 40 h 544"/>
                <a:gd name="T26" fmla="*/ 5 w 904"/>
                <a:gd name="T27" fmla="*/ 47 h 544"/>
                <a:gd name="T28" fmla="*/ 3 w 904"/>
                <a:gd name="T29" fmla="*/ 54 h 544"/>
                <a:gd name="T30" fmla="*/ 1 w 904"/>
                <a:gd name="T31" fmla="*/ 61 h 544"/>
                <a:gd name="T32" fmla="*/ 0 w 904"/>
                <a:gd name="T33" fmla="*/ 69 h 544"/>
                <a:gd name="T34" fmla="*/ 0 w 904"/>
                <a:gd name="T35" fmla="*/ 77 h 544"/>
                <a:gd name="T36" fmla="*/ 0 w 904"/>
                <a:gd name="T37" fmla="*/ 544 h 544"/>
                <a:gd name="T38" fmla="*/ 904 w 904"/>
                <a:gd name="T39" fmla="*/ 544 h 544"/>
                <a:gd name="T40" fmla="*/ 904 w 904"/>
                <a:gd name="T41" fmla="*/ 77 h 544"/>
                <a:gd name="T42" fmla="*/ 904 w 904"/>
                <a:gd name="T43" fmla="*/ 69 h 544"/>
                <a:gd name="T44" fmla="*/ 903 w 904"/>
                <a:gd name="T45" fmla="*/ 61 h 544"/>
                <a:gd name="T46" fmla="*/ 901 w 904"/>
                <a:gd name="T47" fmla="*/ 54 h 544"/>
                <a:gd name="T48" fmla="*/ 899 w 904"/>
                <a:gd name="T49" fmla="*/ 47 h 544"/>
                <a:gd name="T50" fmla="*/ 896 w 904"/>
                <a:gd name="T51" fmla="*/ 40 h 544"/>
                <a:gd name="T52" fmla="*/ 892 w 904"/>
                <a:gd name="T53" fmla="*/ 34 h 544"/>
                <a:gd name="T54" fmla="*/ 888 w 904"/>
                <a:gd name="T55" fmla="*/ 28 h 544"/>
                <a:gd name="T56" fmla="*/ 882 w 904"/>
                <a:gd name="T57" fmla="*/ 23 h 544"/>
                <a:gd name="T58" fmla="*/ 877 w 904"/>
                <a:gd name="T59" fmla="*/ 18 h 544"/>
                <a:gd name="T60" fmla="*/ 871 w 904"/>
                <a:gd name="T61" fmla="*/ 14 h 544"/>
                <a:gd name="T62" fmla="*/ 866 w 904"/>
                <a:gd name="T63" fmla="*/ 10 h 544"/>
                <a:gd name="T64" fmla="*/ 859 w 904"/>
                <a:gd name="T65" fmla="*/ 7 h 544"/>
                <a:gd name="T66" fmla="*/ 851 w 904"/>
                <a:gd name="T67" fmla="*/ 4 h 544"/>
                <a:gd name="T68" fmla="*/ 845 w 904"/>
                <a:gd name="T69" fmla="*/ 3 h 544"/>
                <a:gd name="T70" fmla="*/ 837 w 904"/>
                <a:gd name="T71" fmla="*/ 2 h 544"/>
                <a:gd name="T72" fmla="*/ 829 w 904"/>
                <a:gd name="T73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4" h="544">
                  <a:moveTo>
                    <a:pt x="829" y="0"/>
                  </a:moveTo>
                  <a:lnTo>
                    <a:pt x="75" y="0"/>
                  </a:lnTo>
                  <a:lnTo>
                    <a:pt x="67" y="2"/>
                  </a:lnTo>
                  <a:lnTo>
                    <a:pt x="59" y="3"/>
                  </a:lnTo>
                  <a:lnTo>
                    <a:pt x="53" y="4"/>
                  </a:lnTo>
                  <a:lnTo>
                    <a:pt x="46" y="7"/>
                  </a:lnTo>
                  <a:lnTo>
                    <a:pt x="40" y="10"/>
                  </a:lnTo>
                  <a:lnTo>
                    <a:pt x="33" y="14"/>
                  </a:lnTo>
                  <a:lnTo>
                    <a:pt x="27" y="18"/>
                  </a:lnTo>
                  <a:lnTo>
                    <a:pt x="22" y="23"/>
                  </a:lnTo>
                  <a:lnTo>
                    <a:pt x="16" y="28"/>
                  </a:lnTo>
                  <a:lnTo>
                    <a:pt x="12" y="34"/>
                  </a:lnTo>
                  <a:lnTo>
                    <a:pt x="9" y="40"/>
                  </a:lnTo>
                  <a:lnTo>
                    <a:pt x="5" y="47"/>
                  </a:lnTo>
                  <a:lnTo>
                    <a:pt x="3" y="54"/>
                  </a:lnTo>
                  <a:lnTo>
                    <a:pt x="1" y="61"/>
                  </a:lnTo>
                  <a:lnTo>
                    <a:pt x="0" y="69"/>
                  </a:lnTo>
                  <a:lnTo>
                    <a:pt x="0" y="77"/>
                  </a:lnTo>
                  <a:lnTo>
                    <a:pt x="0" y="544"/>
                  </a:lnTo>
                  <a:lnTo>
                    <a:pt x="904" y="544"/>
                  </a:lnTo>
                  <a:lnTo>
                    <a:pt x="904" y="77"/>
                  </a:lnTo>
                  <a:lnTo>
                    <a:pt x="904" y="69"/>
                  </a:lnTo>
                  <a:lnTo>
                    <a:pt x="903" y="61"/>
                  </a:lnTo>
                  <a:lnTo>
                    <a:pt x="901" y="54"/>
                  </a:lnTo>
                  <a:lnTo>
                    <a:pt x="899" y="47"/>
                  </a:lnTo>
                  <a:lnTo>
                    <a:pt x="896" y="40"/>
                  </a:lnTo>
                  <a:lnTo>
                    <a:pt x="892" y="34"/>
                  </a:lnTo>
                  <a:lnTo>
                    <a:pt x="888" y="28"/>
                  </a:lnTo>
                  <a:lnTo>
                    <a:pt x="882" y="23"/>
                  </a:lnTo>
                  <a:lnTo>
                    <a:pt x="877" y="18"/>
                  </a:lnTo>
                  <a:lnTo>
                    <a:pt x="871" y="14"/>
                  </a:lnTo>
                  <a:lnTo>
                    <a:pt x="866" y="10"/>
                  </a:lnTo>
                  <a:lnTo>
                    <a:pt x="859" y="7"/>
                  </a:lnTo>
                  <a:lnTo>
                    <a:pt x="851" y="4"/>
                  </a:lnTo>
                  <a:lnTo>
                    <a:pt x="845" y="3"/>
                  </a:lnTo>
                  <a:lnTo>
                    <a:pt x="837" y="2"/>
                  </a:lnTo>
                  <a:lnTo>
                    <a:pt x="8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1594">
              <a:extLst>
                <a:ext uri="{FF2B5EF4-FFF2-40B4-BE49-F238E27FC236}">
                  <a16:creationId xmlns:a16="http://schemas.microsoft.com/office/drawing/2014/main" id="{069E02D3-FC72-4163-8878-8631740E56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9475" y="1000125"/>
              <a:ext cx="287338" cy="76200"/>
            </a:xfrm>
            <a:custGeom>
              <a:avLst/>
              <a:gdLst>
                <a:gd name="T0" fmla="*/ 459 w 904"/>
                <a:gd name="T1" fmla="*/ 29 h 241"/>
                <a:gd name="T2" fmla="*/ 469 w 904"/>
                <a:gd name="T3" fmla="*/ 35 h 241"/>
                <a:gd name="T4" fmla="*/ 478 w 904"/>
                <a:gd name="T5" fmla="*/ 43 h 241"/>
                <a:gd name="T6" fmla="*/ 482 w 904"/>
                <a:gd name="T7" fmla="*/ 54 h 241"/>
                <a:gd name="T8" fmla="*/ 482 w 904"/>
                <a:gd name="T9" fmla="*/ 66 h 241"/>
                <a:gd name="T10" fmla="*/ 478 w 904"/>
                <a:gd name="T11" fmla="*/ 77 h 241"/>
                <a:gd name="T12" fmla="*/ 469 w 904"/>
                <a:gd name="T13" fmla="*/ 85 h 241"/>
                <a:gd name="T14" fmla="*/ 459 w 904"/>
                <a:gd name="T15" fmla="*/ 89 h 241"/>
                <a:gd name="T16" fmla="*/ 447 w 904"/>
                <a:gd name="T17" fmla="*/ 89 h 241"/>
                <a:gd name="T18" fmla="*/ 436 w 904"/>
                <a:gd name="T19" fmla="*/ 85 h 241"/>
                <a:gd name="T20" fmla="*/ 427 w 904"/>
                <a:gd name="T21" fmla="*/ 77 h 241"/>
                <a:gd name="T22" fmla="*/ 422 w 904"/>
                <a:gd name="T23" fmla="*/ 66 h 241"/>
                <a:gd name="T24" fmla="*/ 422 w 904"/>
                <a:gd name="T25" fmla="*/ 54 h 241"/>
                <a:gd name="T26" fmla="*/ 427 w 904"/>
                <a:gd name="T27" fmla="*/ 43 h 241"/>
                <a:gd name="T28" fmla="*/ 436 w 904"/>
                <a:gd name="T29" fmla="*/ 35 h 241"/>
                <a:gd name="T30" fmla="*/ 447 w 904"/>
                <a:gd name="T31" fmla="*/ 31 h 241"/>
                <a:gd name="T32" fmla="*/ 452 w 904"/>
                <a:gd name="T33" fmla="*/ 29 h 241"/>
                <a:gd name="T34" fmla="*/ 0 w 904"/>
                <a:gd name="T35" fmla="*/ 83 h 241"/>
                <a:gd name="T36" fmla="*/ 3 w 904"/>
                <a:gd name="T37" fmla="*/ 97 h 241"/>
                <a:gd name="T38" fmla="*/ 9 w 904"/>
                <a:gd name="T39" fmla="*/ 110 h 241"/>
                <a:gd name="T40" fmla="*/ 16 w 904"/>
                <a:gd name="T41" fmla="*/ 122 h 241"/>
                <a:gd name="T42" fmla="*/ 27 w 904"/>
                <a:gd name="T43" fmla="*/ 132 h 241"/>
                <a:gd name="T44" fmla="*/ 40 w 904"/>
                <a:gd name="T45" fmla="*/ 141 h 241"/>
                <a:gd name="T46" fmla="*/ 53 w 904"/>
                <a:gd name="T47" fmla="*/ 147 h 241"/>
                <a:gd name="T48" fmla="*/ 67 w 904"/>
                <a:gd name="T49" fmla="*/ 150 h 241"/>
                <a:gd name="T50" fmla="*/ 437 w 904"/>
                <a:gd name="T51" fmla="*/ 150 h 241"/>
                <a:gd name="T52" fmla="*/ 195 w 904"/>
                <a:gd name="T53" fmla="*/ 211 h 241"/>
                <a:gd name="T54" fmla="*/ 190 w 904"/>
                <a:gd name="T55" fmla="*/ 212 h 241"/>
                <a:gd name="T56" fmla="*/ 186 w 904"/>
                <a:gd name="T57" fmla="*/ 215 h 241"/>
                <a:gd name="T58" fmla="*/ 182 w 904"/>
                <a:gd name="T59" fmla="*/ 220 h 241"/>
                <a:gd name="T60" fmla="*/ 181 w 904"/>
                <a:gd name="T61" fmla="*/ 225 h 241"/>
                <a:gd name="T62" fmla="*/ 182 w 904"/>
                <a:gd name="T63" fmla="*/ 232 h 241"/>
                <a:gd name="T64" fmla="*/ 186 w 904"/>
                <a:gd name="T65" fmla="*/ 236 h 241"/>
                <a:gd name="T66" fmla="*/ 190 w 904"/>
                <a:gd name="T67" fmla="*/ 240 h 241"/>
                <a:gd name="T68" fmla="*/ 195 w 904"/>
                <a:gd name="T69" fmla="*/ 241 h 241"/>
                <a:gd name="T70" fmla="*/ 742 w 904"/>
                <a:gd name="T71" fmla="*/ 241 h 241"/>
                <a:gd name="T72" fmla="*/ 747 w 904"/>
                <a:gd name="T73" fmla="*/ 239 h 241"/>
                <a:gd name="T74" fmla="*/ 752 w 904"/>
                <a:gd name="T75" fmla="*/ 234 h 241"/>
                <a:gd name="T76" fmla="*/ 754 w 904"/>
                <a:gd name="T77" fmla="*/ 229 h 241"/>
                <a:gd name="T78" fmla="*/ 754 w 904"/>
                <a:gd name="T79" fmla="*/ 223 h 241"/>
                <a:gd name="T80" fmla="*/ 752 w 904"/>
                <a:gd name="T81" fmla="*/ 218 h 241"/>
                <a:gd name="T82" fmla="*/ 747 w 904"/>
                <a:gd name="T83" fmla="*/ 213 h 241"/>
                <a:gd name="T84" fmla="*/ 742 w 904"/>
                <a:gd name="T85" fmla="*/ 211 h 241"/>
                <a:gd name="T86" fmla="*/ 468 w 904"/>
                <a:gd name="T87" fmla="*/ 211 h 241"/>
                <a:gd name="T88" fmla="*/ 829 w 904"/>
                <a:gd name="T89" fmla="*/ 150 h 241"/>
                <a:gd name="T90" fmla="*/ 845 w 904"/>
                <a:gd name="T91" fmla="*/ 149 h 241"/>
                <a:gd name="T92" fmla="*/ 859 w 904"/>
                <a:gd name="T93" fmla="*/ 145 h 241"/>
                <a:gd name="T94" fmla="*/ 871 w 904"/>
                <a:gd name="T95" fmla="*/ 137 h 241"/>
                <a:gd name="T96" fmla="*/ 882 w 904"/>
                <a:gd name="T97" fmla="*/ 128 h 241"/>
                <a:gd name="T98" fmla="*/ 892 w 904"/>
                <a:gd name="T99" fmla="*/ 117 h 241"/>
                <a:gd name="T100" fmla="*/ 899 w 904"/>
                <a:gd name="T101" fmla="*/ 104 h 241"/>
                <a:gd name="T102" fmla="*/ 903 w 904"/>
                <a:gd name="T103" fmla="*/ 90 h 241"/>
                <a:gd name="T104" fmla="*/ 904 w 904"/>
                <a:gd name="T105" fmla="*/ 75 h 241"/>
                <a:gd name="T106" fmla="*/ 0 w 904"/>
                <a:gd name="T107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04" h="241">
                  <a:moveTo>
                    <a:pt x="452" y="29"/>
                  </a:moveTo>
                  <a:lnTo>
                    <a:pt x="459" y="29"/>
                  </a:lnTo>
                  <a:lnTo>
                    <a:pt x="464" y="32"/>
                  </a:lnTo>
                  <a:lnTo>
                    <a:pt x="469" y="35"/>
                  </a:lnTo>
                  <a:lnTo>
                    <a:pt x="473" y="38"/>
                  </a:lnTo>
                  <a:lnTo>
                    <a:pt x="478" y="43"/>
                  </a:lnTo>
                  <a:lnTo>
                    <a:pt x="480" y="48"/>
                  </a:lnTo>
                  <a:lnTo>
                    <a:pt x="482" y="54"/>
                  </a:lnTo>
                  <a:lnTo>
                    <a:pt x="482" y="59"/>
                  </a:lnTo>
                  <a:lnTo>
                    <a:pt x="482" y="66"/>
                  </a:lnTo>
                  <a:lnTo>
                    <a:pt x="480" y="71"/>
                  </a:lnTo>
                  <a:lnTo>
                    <a:pt x="478" y="77"/>
                  </a:lnTo>
                  <a:lnTo>
                    <a:pt x="473" y="81"/>
                  </a:lnTo>
                  <a:lnTo>
                    <a:pt x="469" y="85"/>
                  </a:lnTo>
                  <a:lnTo>
                    <a:pt x="464" y="87"/>
                  </a:lnTo>
                  <a:lnTo>
                    <a:pt x="459" y="89"/>
                  </a:lnTo>
                  <a:lnTo>
                    <a:pt x="452" y="90"/>
                  </a:lnTo>
                  <a:lnTo>
                    <a:pt x="447" y="89"/>
                  </a:lnTo>
                  <a:lnTo>
                    <a:pt x="440" y="87"/>
                  </a:lnTo>
                  <a:lnTo>
                    <a:pt x="436" y="85"/>
                  </a:lnTo>
                  <a:lnTo>
                    <a:pt x="431" y="81"/>
                  </a:lnTo>
                  <a:lnTo>
                    <a:pt x="427" y="77"/>
                  </a:lnTo>
                  <a:lnTo>
                    <a:pt x="424" y="71"/>
                  </a:lnTo>
                  <a:lnTo>
                    <a:pt x="422" y="66"/>
                  </a:lnTo>
                  <a:lnTo>
                    <a:pt x="422" y="59"/>
                  </a:lnTo>
                  <a:lnTo>
                    <a:pt x="422" y="54"/>
                  </a:lnTo>
                  <a:lnTo>
                    <a:pt x="424" y="48"/>
                  </a:lnTo>
                  <a:lnTo>
                    <a:pt x="427" y="43"/>
                  </a:lnTo>
                  <a:lnTo>
                    <a:pt x="431" y="38"/>
                  </a:lnTo>
                  <a:lnTo>
                    <a:pt x="436" y="35"/>
                  </a:lnTo>
                  <a:lnTo>
                    <a:pt x="440" y="32"/>
                  </a:lnTo>
                  <a:lnTo>
                    <a:pt x="447" y="31"/>
                  </a:lnTo>
                  <a:lnTo>
                    <a:pt x="452" y="29"/>
                  </a:lnTo>
                  <a:lnTo>
                    <a:pt x="452" y="29"/>
                  </a:lnTo>
                  <a:close/>
                  <a:moveTo>
                    <a:pt x="0" y="75"/>
                  </a:moveTo>
                  <a:lnTo>
                    <a:pt x="0" y="83"/>
                  </a:lnTo>
                  <a:lnTo>
                    <a:pt x="1" y="90"/>
                  </a:lnTo>
                  <a:lnTo>
                    <a:pt x="3" y="97"/>
                  </a:lnTo>
                  <a:lnTo>
                    <a:pt x="5" y="104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6" y="122"/>
                  </a:lnTo>
                  <a:lnTo>
                    <a:pt x="22" y="128"/>
                  </a:lnTo>
                  <a:lnTo>
                    <a:pt x="27" y="132"/>
                  </a:lnTo>
                  <a:lnTo>
                    <a:pt x="33" y="137"/>
                  </a:lnTo>
                  <a:lnTo>
                    <a:pt x="40" y="141"/>
                  </a:lnTo>
                  <a:lnTo>
                    <a:pt x="46" y="145"/>
                  </a:lnTo>
                  <a:lnTo>
                    <a:pt x="53" y="147"/>
                  </a:lnTo>
                  <a:lnTo>
                    <a:pt x="59" y="149"/>
                  </a:lnTo>
                  <a:lnTo>
                    <a:pt x="67" y="150"/>
                  </a:lnTo>
                  <a:lnTo>
                    <a:pt x="75" y="150"/>
                  </a:lnTo>
                  <a:lnTo>
                    <a:pt x="437" y="150"/>
                  </a:lnTo>
                  <a:lnTo>
                    <a:pt x="437" y="211"/>
                  </a:lnTo>
                  <a:lnTo>
                    <a:pt x="195" y="211"/>
                  </a:lnTo>
                  <a:lnTo>
                    <a:pt x="192" y="211"/>
                  </a:lnTo>
                  <a:lnTo>
                    <a:pt x="190" y="212"/>
                  </a:lnTo>
                  <a:lnTo>
                    <a:pt x="188" y="213"/>
                  </a:lnTo>
                  <a:lnTo>
                    <a:pt x="186" y="215"/>
                  </a:lnTo>
                  <a:lnTo>
                    <a:pt x="183" y="218"/>
                  </a:lnTo>
                  <a:lnTo>
                    <a:pt x="182" y="220"/>
                  </a:lnTo>
                  <a:lnTo>
                    <a:pt x="181" y="223"/>
                  </a:lnTo>
                  <a:lnTo>
                    <a:pt x="181" y="225"/>
                  </a:lnTo>
                  <a:lnTo>
                    <a:pt x="181" y="229"/>
                  </a:lnTo>
                  <a:lnTo>
                    <a:pt x="182" y="232"/>
                  </a:lnTo>
                  <a:lnTo>
                    <a:pt x="183" y="234"/>
                  </a:lnTo>
                  <a:lnTo>
                    <a:pt x="186" y="236"/>
                  </a:lnTo>
                  <a:lnTo>
                    <a:pt x="188" y="239"/>
                  </a:lnTo>
                  <a:lnTo>
                    <a:pt x="190" y="240"/>
                  </a:lnTo>
                  <a:lnTo>
                    <a:pt x="192" y="241"/>
                  </a:lnTo>
                  <a:lnTo>
                    <a:pt x="195" y="241"/>
                  </a:lnTo>
                  <a:lnTo>
                    <a:pt x="739" y="241"/>
                  </a:lnTo>
                  <a:lnTo>
                    <a:pt x="742" y="241"/>
                  </a:lnTo>
                  <a:lnTo>
                    <a:pt x="745" y="240"/>
                  </a:lnTo>
                  <a:lnTo>
                    <a:pt x="747" y="239"/>
                  </a:lnTo>
                  <a:lnTo>
                    <a:pt x="750" y="236"/>
                  </a:lnTo>
                  <a:lnTo>
                    <a:pt x="752" y="234"/>
                  </a:lnTo>
                  <a:lnTo>
                    <a:pt x="753" y="232"/>
                  </a:lnTo>
                  <a:lnTo>
                    <a:pt x="754" y="229"/>
                  </a:lnTo>
                  <a:lnTo>
                    <a:pt x="754" y="225"/>
                  </a:lnTo>
                  <a:lnTo>
                    <a:pt x="754" y="223"/>
                  </a:lnTo>
                  <a:lnTo>
                    <a:pt x="753" y="220"/>
                  </a:lnTo>
                  <a:lnTo>
                    <a:pt x="752" y="218"/>
                  </a:lnTo>
                  <a:lnTo>
                    <a:pt x="750" y="215"/>
                  </a:lnTo>
                  <a:lnTo>
                    <a:pt x="747" y="213"/>
                  </a:lnTo>
                  <a:lnTo>
                    <a:pt x="745" y="212"/>
                  </a:lnTo>
                  <a:lnTo>
                    <a:pt x="742" y="211"/>
                  </a:lnTo>
                  <a:lnTo>
                    <a:pt x="739" y="211"/>
                  </a:lnTo>
                  <a:lnTo>
                    <a:pt x="468" y="211"/>
                  </a:lnTo>
                  <a:lnTo>
                    <a:pt x="468" y="150"/>
                  </a:lnTo>
                  <a:lnTo>
                    <a:pt x="829" y="150"/>
                  </a:lnTo>
                  <a:lnTo>
                    <a:pt x="837" y="150"/>
                  </a:lnTo>
                  <a:lnTo>
                    <a:pt x="845" y="149"/>
                  </a:lnTo>
                  <a:lnTo>
                    <a:pt x="851" y="147"/>
                  </a:lnTo>
                  <a:lnTo>
                    <a:pt x="859" y="145"/>
                  </a:lnTo>
                  <a:lnTo>
                    <a:pt x="866" y="141"/>
                  </a:lnTo>
                  <a:lnTo>
                    <a:pt x="871" y="137"/>
                  </a:lnTo>
                  <a:lnTo>
                    <a:pt x="877" y="132"/>
                  </a:lnTo>
                  <a:lnTo>
                    <a:pt x="882" y="128"/>
                  </a:lnTo>
                  <a:lnTo>
                    <a:pt x="888" y="122"/>
                  </a:lnTo>
                  <a:lnTo>
                    <a:pt x="892" y="117"/>
                  </a:lnTo>
                  <a:lnTo>
                    <a:pt x="896" y="110"/>
                  </a:lnTo>
                  <a:lnTo>
                    <a:pt x="899" y="104"/>
                  </a:lnTo>
                  <a:lnTo>
                    <a:pt x="901" y="97"/>
                  </a:lnTo>
                  <a:lnTo>
                    <a:pt x="903" y="90"/>
                  </a:lnTo>
                  <a:lnTo>
                    <a:pt x="904" y="83"/>
                  </a:lnTo>
                  <a:lnTo>
                    <a:pt x="904" y="75"/>
                  </a:lnTo>
                  <a:lnTo>
                    <a:pt x="904" y="0"/>
                  </a:lnTo>
                  <a:lnTo>
                    <a:pt x="0" y="0"/>
                  </a:lnTo>
                  <a:lnTo>
                    <a:pt x="0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85" name="Group 84" descr="Icon of computer monitors.">
            <a:extLst>
              <a:ext uri="{FF2B5EF4-FFF2-40B4-BE49-F238E27FC236}">
                <a16:creationId xmlns:a16="http://schemas.microsoft.com/office/drawing/2014/main" id="{B5A84B2D-FB0E-586E-F560-E8CCAAFA06DC}"/>
              </a:ext>
            </a:extLst>
          </p:cNvPr>
          <p:cNvGrpSpPr/>
          <p:nvPr/>
        </p:nvGrpSpPr>
        <p:grpSpPr>
          <a:xfrm>
            <a:off x="4277123" y="1359245"/>
            <a:ext cx="287338" cy="258762"/>
            <a:chOff x="304800" y="5129213"/>
            <a:chExt cx="287338" cy="258762"/>
          </a:xfrm>
          <a:solidFill>
            <a:schemeClr val="bg1"/>
          </a:solidFill>
        </p:grpSpPr>
        <p:sp>
          <p:nvSpPr>
            <p:cNvPr id="86" name="Freeform 1630">
              <a:extLst>
                <a:ext uri="{FF2B5EF4-FFF2-40B4-BE49-F238E27FC236}">
                  <a16:creationId xmlns:a16="http://schemas.microsoft.com/office/drawing/2014/main" id="{F7C6E292-31AF-B485-83B2-7E154297C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00" y="5224463"/>
              <a:ext cx="134938" cy="38100"/>
            </a:xfrm>
            <a:custGeom>
              <a:avLst/>
              <a:gdLst>
                <a:gd name="T0" fmla="*/ 176 w 423"/>
                <a:gd name="T1" fmla="*/ 120 h 120"/>
                <a:gd name="T2" fmla="*/ 247 w 423"/>
                <a:gd name="T3" fmla="*/ 120 h 120"/>
                <a:gd name="T4" fmla="*/ 252 w 423"/>
                <a:gd name="T5" fmla="*/ 108 h 120"/>
                <a:gd name="T6" fmla="*/ 260 w 423"/>
                <a:gd name="T7" fmla="*/ 97 h 120"/>
                <a:gd name="T8" fmla="*/ 269 w 423"/>
                <a:gd name="T9" fmla="*/ 86 h 120"/>
                <a:gd name="T10" fmla="*/ 280 w 423"/>
                <a:gd name="T11" fmla="*/ 77 h 120"/>
                <a:gd name="T12" fmla="*/ 291 w 423"/>
                <a:gd name="T13" fmla="*/ 71 h 120"/>
                <a:gd name="T14" fmla="*/ 304 w 423"/>
                <a:gd name="T15" fmla="*/ 65 h 120"/>
                <a:gd name="T16" fmla="*/ 311 w 423"/>
                <a:gd name="T17" fmla="*/ 63 h 120"/>
                <a:gd name="T18" fmla="*/ 318 w 423"/>
                <a:gd name="T19" fmla="*/ 62 h 120"/>
                <a:gd name="T20" fmla="*/ 325 w 423"/>
                <a:gd name="T21" fmla="*/ 61 h 120"/>
                <a:gd name="T22" fmla="*/ 332 w 423"/>
                <a:gd name="T23" fmla="*/ 61 h 120"/>
                <a:gd name="T24" fmla="*/ 423 w 423"/>
                <a:gd name="T25" fmla="*/ 61 h 120"/>
                <a:gd name="T26" fmla="*/ 423 w 423"/>
                <a:gd name="T27" fmla="*/ 31 h 120"/>
                <a:gd name="T28" fmla="*/ 423 w 423"/>
                <a:gd name="T29" fmla="*/ 22 h 120"/>
                <a:gd name="T30" fmla="*/ 420 w 423"/>
                <a:gd name="T31" fmla="*/ 14 h 120"/>
                <a:gd name="T32" fmla="*/ 418 w 423"/>
                <a:gd name="T33" fmla="*/ 8 h 120"/>
                <a:gd name="T34" fmla="*/ 415 w 423"/>
                <a:gd name="T35" fmla="*/ 0 h 120"/>
                <a:gd name="T36" fmla="*/ 363 w 423"/>
                <a:gd name="T37" fmla="*/ 0 h 120"/>
                <a:gd name="T38" fmla="*/ 61 w 423"/>
                <a:gd name="T39" fmla="*/ 0 h 120"/>
                <a:gd name="T40" fmla="*/ 9 w 423"/>
                <a:gd name="T41" fmla="*/ 0 h 120"/>
                <a:gd name="T42" fmla="*/ 6 w 423"/>
                <a:gd name="T43" fmla="*/ 8 h 120"/>
                <a:gd name="T44" fmla="*/ 2 w 423"/>
                <a:gd name="T45" fmla="*/ 14 h 120"/>
                <a:gd name="T46" fmla="*/ 1 w 423"/>
                <a:gd name="T47" fmla="*/ 22 h 120"/>
                <a:gd name="T48" fmla="*/ 0 w 423"/>
                <a:gd name="T49" fmla="*/ 31 h 120"/>
                <a:gd name="T50" fmla="*/ 0 w 423"/>
                <a:gd name="T51" fmla="*/ 61 h 120"/>
                <a:gd name="T52" fmla="*/ 91 w 423"/>
                <a:gd name="T53" fmla="*/ 61 h 120"/>
                <a:gd name="T54" fmla="*/ 99 w 423"/>
                <a:gd name="T55" fmla="*/ 61 h 120"/>
                <a:gd name="T56" fmla="*/ 105 w 423"/>
                <a:gd name="T57" fmla="*/ 62 h 120"/>
                <a:gd name="T58" fmla="*/ 112 w 423"/>
                <a:gd name="T59" fmla="*/ 63 h 120"/>
                <a:gd name="T60" fmla="*/ 120 w 423"/>
                <a:gd name="T61" fmla="*/ 65 h 120"/>
                <a:gd name="T62" fmla="*/ 132 w 423"/>
                <a:gd name="T63" fmla="*/ 71 h 120"/>
                <a:gd name="T64" fmla="*/ 144 w 423"/>
                <a:gd name="T65" fmla="*/ 77 h 120"/>
                <a:gd name="T66" fmla="*/ 154 w 423"/>
                <a:gd name="T67" fmla="*/ 86 h 120"/>
                <a:gd name="T68" fmla="*/ 163 w 423"/>
                <a:gd name="T69" fmla="*/ 97 h 120"/>
                <a:gd name="T70" fmla="*/ 170 w 423"/>
                <a:gd name="T71" fmla="*/ 108 h 120"/>
                <a:gd name="T72" fmla="*/ 176 w 423"/>
                <a:gd name="T73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3" h="120">
                  <a:moveTo>
                    <a:pt x="176" y="120"/>
                  </a:moveTo>
                  <a:lnTo>
                    <a:pt x="247" y="120"/>
                  </a:lnTo>
                  <a:lnTo>
                    <a:pt x="252" y="108"/>
                  </a:lnTo>
                  <a:lnTo>
                    <a:pt x="260" y="97"/>
                  </a:lnTo>
                  <a:lnTo>
                    <a:pt x="269" y="86"/>
                  </a:lnTo>
                  <a:lnTo>
                    <a:pt x="280" y="77"/>
                  </a:lnTo>
                  <a:lnTo>
                    <a:pt x="291" y="71"/>
                  </a:lnTo>
                  <a:lnTo>
                    <a:pt x="304" y="65"/>
                  </a:lnTo>
                  <a:lnTo>
                    <a:pt x="311" y="63"/>
                  </a:lnTo>
                  <a:lnTo>
                    <a:pt x="318" y="62"/>
                  </a:lnTo>
                  <a:lnTo>
                    <a:pt x="325" y="61"/>
                  </a:lnTo>
                  <a:lnTo>
                    <a:pt x="332" y="61"/>
                  </a:lnTo>
                  <a:lnTo>
                    <a:pt x="423" y="61"/>
                  </a:lnTo>
                  <a:lnTo>
                    <a:pt x="423" y="31"/>
                  </a:lnTo>
                  <a:lnTo>
                    <a:pt x="423" y="22"/>
                  </a:lnTo>
                  <a:lnTo>
                    <a:pt x="420" y="14"/>
                  </a:lnTo>
                  <a:lnTo>
                    <a:pt x="418" y="8"/>
                  </a:lnTo>
                  <a:lnTo>
                    <a:pt x="415" y="0"/>
                  </a:lnTo>
                  <a:lnTo>
                    <a:pt x="363" y="0"/>
                  </a:lnTo>
                  <a:lnTo>
                    <a:pt x="61" y="0"/>
                  </a:lnTo>
                  <a:lnTo>
                    <a:pt x="9" y="0"/>
                  </a:lnTo>
                  <a:lnTo>
                    <a:pt x="6" y="8"/>
                  </a:lnTo>
                  <a:lnTo>
                    <a:pt x="2" y="14"/>
                  </a:lnTo>
                  <a:lnTo>
                    <a:pt x="1" y="22"/>
                  </a:lnTo>
                  <a:lnTo>
                    <a:pt x="0" y="31"/>
                  </a:lnTo>
                  <a:lnTo>
                    <a:pt x="0" y="61"/>
                  </a:lnTo>
                  <a:lnTo>
                    <a:pt x="91" y="61"/>
                  </a:lnTo>
                  <a:lnTo>
                    <a:pt x="99" y="61"/>
                  </a:lnTo>
                  <a:lnTo>
                    <a:pt x="105" y="62"/>
                  </a:lnTo>
                  <a:lnTo>
                    <a:pt x="112" y="63"/>
                  </a:lnTo>
                  <a:lnTo>
                    <a:pt x="120" y="65"/>
                  </a:lnTo>
                  <a:lnTo>
                    <a:pt x="132" y="71"/>
                  </a:lnTo>
                  <a:lnTo>
                    <a:pt x="144" y="77"/>
                  </a:lnTo>
                  <a:lnTo>
                    <a:pt x="154" y="86"/>
                  </a:lnTo>
                  <a:lnTo>
                    <a:pt x="163" y="97"/>
                  </a:lnTo>
                  <a:lnTo>
                    <a:pt x="170" y="108"/>
                  </a:lnTo>
                  <a:lnTo>
                    <a:pt x="176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7" name="Freeform 1631">
              <a:extLst>
                <a:ext uri="{FF2B5EF4-FFF2-40B4-BE49-F238E27FC236}">
                  <a16:creationId xmlns:a16="http://schemas.microsoft.com/office/drawing/2014/main" id="{479BAEB9-77D8-C383-DB0C-3943EE1B6C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525" y="5129213"/>
              <a:ext cx="115888" cy="85725"/>
            </a:xfrm>
            <a:custGeom>
              <a:avLst/>
              <a:gdLst>
                <a:gd name="T0" fmla="*/ 60 w 362"/>
                <a:gd name="T1" fmla="*/ 72 h 271"/>
                <a:gd name="T2" fmla="*/ 62 w 362"/>
                <a:gd name="T3" fmla="*/ 66 h 271"/>
                <a:gd name="T4" fmla="*/ 66 w 362"/>
                <a:gd name="T5" fmla="*/ 62 h 271"/>
                <a:gd name="T6" fmla="*/ 72 w 362"/>
                <a:gd name="T7" fmla="*/ 60 h 271"/>
                <a:gd name="T8" fmla="*/ 287 w 362"/>
                <a:gd name="T9" fmla="*/ 60 h 271"/>
                <a:gd name="T10" fmla="*/ 292 w 362"/>
                <a:gd name="T11" fmla="*/ 61 h 271"/>
                <a:gd name="T12" fmla="*/ 297 w 362"/>
                <a:gd name="T13" fmla="*/ 64 h 271"/>
                <a:gd name="T14" fmla="*/ 300 w 362"/>
                <a:gd name="T15" fmla="*/ 70 h 271"/>
                <a:gd name="T16" fmla="*/ 301 w 362"/>
                <a:gd name="T17" fmla="*/ 75 h 271"/>
                <a:gd name="T18" fmla="*/ 301 w 362"/>
                <a:gd name="T19" fmla="*/ 229 h 271"/>
                <a:gd name="T20" fmla="*/ 299 w 362"/>
                <a:gd name="T21" fmla="*/ 234 h 271"/>
                <a:gd name="T22" fmla="*/ 294 w 362"/>
                <a:gd name="T23" fmla="*/ 239 h 271"/>
                <a:gd name="T24" fmla="*/ 289 w 362"/>
                <a:gd name="T25" fmla="*/ 241 h 271"/>
                <a:gd name="T26" fmla="*/ 75 w 362"/>
                <a:gd name="T27" fmla="*/ 241 h 271"/>
                <a:gd name="T28" fmla="*/ 69 w 362"/>
                <a:gd name="T29" fmla="*/ 240 h 271"/>
                <a:gd name="T30" fmla="*/ 64 w 362"/>
                <a:gd name="T31" fmla="*/ 237 h 271"/>
                <a:gd name="T32" fmla="*/ 61 w 362"/>
                <a:gd name="T33" fmla="*/ 231 h 271"/>
                <a:gd name="T34" fmla="*/ 60 w 362"/>
                <a:gd name="T35" fmla="*/ 226 h 271"/>
                <a:gd name="T36" fmla="*/ 332 w 362"/>
                <a:gd name="T37" fmla="*/ 271 h 271"/>
                <a:gd name="T38" fmla="*/ 362 w 362"/>
                <a:gd name="T39" fmla="*/ 60 h 271"/>
                <a:gd name="T40" fmla="*/ 361 w 362"/>
                <a:gd name="T41" fmla="*/ 47 h 271"/>
                <a:gd name="T42" fmla="*/ 357 w 362"/>
                <a:gd name="T43" fmla="*/ 36 h 271"/>
                <a:gd name="T44" fmla="*/ 352 w 362"/>
                <a:gd name="T45" fmla="*/ 26 h 271"/>
                <a:gd name="T46" fmla="*/ 344 w 362"/>
                <a:gd name="T47" fmla="*/ 18 h 271"/>
                <a:gd name="T48" fmla="*/ 335 w 362"/>
                <a:gd name="T49" fmla="*/ 10 h 271"/>
                <a:gd name="T50" fmla="*/ 325 w 362"/>
                <a:gd name="T51" fmla="*/ 4 h 271"/>
                <a:gd name="T52" fmla="*/ 313 w 362"/>
                <a:gd name="T53" fmla="*/ 1 h 271"/>
                <a:gd name="T54" fmla="*/ 301 w 362"/>
                <a:gd name="T55" fmla="*/ 0 h 271"/>
                <a:gd name="T56" fmla="*/ 54 w 362"/>
                <a:gd name="T57" fmla="*/ 0 h 271"/>
                <a:gd name="T58" fmla="*/ 42 w 362"/>
                <a:gd name="T59" fmla="*/ 2 h 271"/>
                <a:gd name="T60" fmla="*/ 31 w 362"/>
                <a:gd name="T61" fmla="*/ 7 h 271"/>
                <a:gd name="T62" fmla="*/ 21 w 362"/>
                <a:gd name="T63" fmla="*/ 13 h 271"/>
                <a:gd name="T64" fmla="*/ 13 w 362"/>
                <a:gd name="T65" fmla="*/ 21 h 271"/>
                <a:gd name="T66" fmla="*/ 7 w 362"/>
                <a:gd name="T67" fmla="*/ 31 h 271"/>
                <a:gd name="T68" fmla="*/ 2 w 362"/>
                <a:gd name="T69" fmla="*/ 42 h 271"/>
                <a:gd name="T70" fmla="*/ 0 w 362"/>
                <a:gd name="T71" fmla="*/ 54 h 271"/>
                <a:gd name="T72" fmla="*/ 0 w 362"/>
                <a:gd name="T73" fmla="*/ 271 h 271"/>
                <a:gd name="T74" fmla="*/ 332 w 362"/>
                <a:gd name="T75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2" h="271">
                  <a:moveTo>
                    <a:pt x="60" y="75"/>
                  </a:moveTo>
                  <a:lnTo>
                    <a:pt x="60" y="72"/>
                  </a:lnTo>
                  <a:lnTo>
                    <a:pt x="61" y="68"/>
                  </a:lnTo>
                  <a:lnTo>
                    <a:pt x="62" y="66"/>
                  </a:lnTo>
                  <a:lnTo>
                    <a:pt x="64" y="64"/>
                  </a:lnTo>
                  <a:lnTo>
                    <a:pt x="66" y="62"/>
                  </a:lnTo>
                  <a:lnTo>
                    <a:pt x="69" y="61"/>
                  </a:lnTo>
                  <a:lnTo>
                    <a:pt x="72" y="60"/>
                  </a:lnTo>
                  <a:lnTo>
                    <a:pt x="75" y="60"/>
                  </a:lnTo>
                  <a:lnTo>
                    <a:pt x="287" y="60"/>
                  </a:lnTo>
                  <a:lnTo>
                    <a:pt x="289" y="60"/>
                  </a:lnTo>
                  <a:lnTo>
                    <a:pt x="292" y="61"/>
                  </a:lnTo>
                  <a:lnTo>
                    <a:pt x="294" y="62"/>
                  </a:lnTo>
                  <a:lnTo>
                    <a:pt x="297" y="64"/>
                  </a:lnTo>
                  <a:lnTo>
                    <a:pt x="299" y="66"/>
                  </a:lnTo>
                  <a:lnTo>
                    <a:pt x="300" y="70"/>
                  </a:lnTo>
                  <a:lnTo>
                    <a:pt x="301" y="72"/>
                  </a:lnTo>
                  <a:lnTo>
                    <a:pt x="301" y="75"/>
                  </a:lnTo>
                  <a:lnTo>
                    <a:pt x="301" y="226"/>
                  </a:lnTo>
                  <a:lnTo>
                    <a:pt x="301" y="229"/>
                  </a:lnTo>
                  <a:lnTo>
                    <a:pt x="300" y="231"/>
                  </a:lnTo>
                  <a:lnTo>
                    <a:pt x="299" y="234"/>
                  </a:lnTo>
                  <a:lnTo>
                    <a:pt x="297" y="237"/>
                  </a:lnTo>
                  <a:lnTo>
                    <a:pt x="294" y="239"/>
                  </a:lnTo>
                  <a:lnTo>
                    <a:pt x="292" y="240"/>
                  </a:lnTo>
                  <a:lnTo>
                    <a:pt x="289" y="241"/>
                  </a:lnTo>
                  <a:lnTo>
                    <a:pt x="287" y="241"/>
                  </a:lnTo>
                  <a:lnTo>
                    <a:pt x="75" y="241"/>
                  </a:lnTo>
                  <a:lnTo>
                    <a:pt x="72" y="241"/>
                  </a:lnTo>
                  <a:lnTo>
                    <a:pt x="69" y="240"/>
                  </a:lnTo>
                  <a:lnTo>
                    <a:pt x="66" y="239"/>
                  </a:lnTo>
                  <a:lnTo>
                    <a:pt x="64" y="237"/>
                  </a:lnTo>
                  <a:lnTo>
                    <a:pt x="62" y="234"/>
                  </a:lnTo>
                  <a:lnTo>
                    <a:pt x="61" y="231"/>
                  </a:lnTo>
                  <a:lnTo>
                    <a:pt x="60" y="229"/>
                  </a:lnTo>
                  <a:lnTo>
                    <a:pt x="60" y="226"/>
                  </a:lnTo>
                  <a:lnTo>
                    <a:pt x="60" y="75"/>
                  </a:lnTo>
                  <a:close/>
                  <a:moveTo>
                    <a:pt x="332" y="271"/>
                  </a:moveTo>
                  <a:lnTo>
                    <a:pt x="362" y="271"/>
                  </a:lnTo>
                  <a:lnTo>
                    <a:pt x="362" y="60"/>
                  </a:lnTo>
                  <a:lnTo>
                    <a:pt x="362" y="54"/>
                  </a:lnTo>
                  <a:lnTo>
                    <a:pt x="361" y="47"/>
                  </a:lnTo>
                  <a:lnTo>
                    <a:pt x="358" y="42"/>
                  </a:lnTo>
                  <a:lnTo>
                    <a:pt x="357" y="36"/>
                  </a:lnTo>
                  <a:lnTo>
                    <a:pt x="354" y="31"/>
                  </a:lnTo>
                  <a:lnTo>
                    <a:pt x="352" y="26"/>
                  </a:lnTo>
                  <a:lnTo>
                    <a:pt x="347" y="21"/>
                  </a:lnTo>
                  <a:lnTo>
                    <a:pt x="344" y="18"/>
                  </a:lnTo>
                  <a:lnTo>
                    <a:pt x="340" y="13"/>
                  </a:lnTo>
                  <a:lnTo>
                    <a:pt x="335" y="10"/>
                  </a:lnTo>
                  <a:lnTo>
                    <a:pt x="330" y="7"/>
                  </a:lnTo>
                  <a:lnTo>
                    <a:pt x="325" y="4"/>
                  </a:lnTo>
                  <a:lnTo>
                    <a:pt x="320" y="2"/>
                  </a:lnTo>
                  <a:lnTo>
                    <a:pt x="313" y="1"/>
                  </a:lnTo>
                  <a:lnTo>
                    <a:pt x="308" y="0"/>
                  </a:lnTo>
                  <a:lnTo>
                    <a:pt x="301" y="0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8" y="1"/>
                  </a:lnTo>
                  <a:lnTo>
                    <a:pt x="42" y="2"/>
                  </a:lnTo>
                  <a:lnTo>
                    <a:pt x="37" y="4"/>
                  </a:lnTo>
                  <a:lnTo>
                    <a:pt x="31" y="7"/>
                  </a:lnTo>
                  <a:lnTo>
                    <a:pt x="27" y="10"/>
                  </a:lnTo>
                  <a:lnTo>
                    <a:pt x="21" y="13"/>
                  </a:lnTo>
                  <a:lnTo>
                    <a:pt x="18" y="18"/>
                  </a:lnTo>
                  <a:lnTo>
                    <a:pt x="13" y="21"/>
                  </a:lnTo>
                  <a:lnTo>
                    <a:pt x="10" y="26"/>
                  </a:lnTo>
                  <a:lnTo>
                    <a:pt x="7" y="31"/>
                  </a:lnTo>
                  <a:lnTo>
                    <a:pt x="5" y="36"/>
                  </a:lnTo>
                  <a:lnTo>
                    <a:pt x="2" y="42"/>
                  </a:lnTo>
                  <a:lnTo>
                    <a:pt x="1" y="47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30" y="271"/>
                  </a:lnTo>
                  <a:lnTo>
                    <a:pt x="332" y="2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8" name="Freeform 1632">
              <a:extLst>
                <a:ext uri="{FF2B5EF4-FFF2-40B4-BE49-F238E27FC236}">
                  <a16:creationId xmlns:a16="http://schemas.microsoft.com/office/drawing/2014/main" id="{52696950-8A1B-E546-51BC-8A6B5EC3D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00" y="5349875"/>
              <a:ext cx="134938" cy="38100"/>
            </a:xfrm>
            <a:custGeom>
              <a:avLst/>
              <a:gdLst>
                <a:gd name="T0" fmla="*/ 422 w 423"/>
                <a:gd name="T1" fmla="*/ 18 h 121"/>
                <a:gd name="T2" fmla="*/ 422 w 423"/>
                <a:gd name="T3" fmla="*/ 17 h 121"/>
                <a:gd name="T4" fmla="*/ 422 w 423"/>
                <a:gd name="T5" fmla="*/ 17 h 121"/>
                <a:gd name="T6" fmla="*/ 419 w 423"/>
                <a:gd name="T7" fmla="*/ 10 h 121"/>
                <a:gd name="T8" fmla="*/ 417 w 423"/>
                <a:gd name="T9" fmla="*/ 5 h 121"/>
                <a:gd name="T10" fmla="*/ 417 w 423"/>
                <a:gd name="T11" fmla="*/ 4 h 121"/>
                <a:gd name="T12" fmla="*/ 416 w 423"/>
                <a:gd name="T13" fmla="*/ 4 h 121"/>
                <a:gd name="T14" fmla="*/ 415 w 423"/>
                <a:gd name="T15" fmla="*/ 2 h 121"/>
                <a:gd name="T16" fmla="*/ 415 w 423"/>
                <a:gd name="T17" fmla="*/ 0 h 121"/>
                <a:gd name="T18" fmla="*/ 9 w 423"/>
                <a:gd name="T19" fmla="*/ 0 h 121"/>
                <a:gd name="T20" fmla="*/ 8 w 423"/>
                <a:gd name="T21" fmla="*/ 2 h 121"/>
                <a:gd name="T22" fmla="*/ 7 w 423"/>
                <a:gd name="T23" fmla="*/ 4 h 121"/>
                <a:gd name="T24" fmla="*/ 7 w 423"/>
                <a:gd name="T25" fmla="*/ 4 h 121"/>
                <a:gd name="T26" fmla="*/ 7 w 423"/>
                <a:gd name="T27" fmla="*/ 5 h 121"/>
                <a:gd name="T28" fmla="*/ 5 w 423"/>
                <a:gd name="T29" fmla="*/ 10 h 121"/>
                <a:gd name="T30" fmla="*/ 2 w 423"/>
                <a:gd name="T31" fmla="*/ 17 h 121"/>
                <a:gd name="T32" fmla="*/ 2 w 423"/>
                <a:gd name="T33" fmla="*/ 17 h 121"/>
                <a:gd name="T34" fmla="*/ 2 w 423"/>
                <a:gd name="T35" fmla="*/ 18 h 121"/>
                <a:gd name="T36" fmla="*/ 1 w 423"/>
                <a:gd name="T37" fmla="*/ 24 h 121"/>
                <a:gd name="T38" fmla="*/ 0 w 423"/>
                <a:gd name="T39" fmla="*/ 30 h 121"/>
                <a:gd name="T40" fmla="*/ 0 w 423"/>
                <a:gd name="T41" fmla="*/ 107 h 121"/>
                <a:gd name="T42" fmla="*/ 1 w 423"/>
                <a:gd name="T43" fmla="*/ 109 h 121"/>
                <a:gd name="T44" fmla="*/ 2 w 423"/>
                <a:gd name="T45" fmla="*/ 112 h 121"/>
                <a:gd name="T46" fmla="*/ 4 w 423"/>
                <a:gd name="T47" fmla="*/ 114 h 121"/>
                <a:gd name="T48" fmla="*/ 6 w 423"/>
                <a:gd name="T49" fmla="*/ 117 h 121"/>
                <a:gd name="T50" fmla="*/ 8 w 423"/>
                <a:gd name="T51" fmla="*/ 119 h 121"/>
                <a:gd name="T52" fmla="*/ 10 w 423"/>
                <a:gd name="T53" fmla="*/ 120 h 121"/>
                <a:gd name="T54" fmla="*/ 12 w 423"/>
                <a:gd name="T55" fmla="*/ 121 h 121"/>
                <a:gd name="T56" fmla="*/ 16 w 423"/>
                <a:gd name="T57" fmla="*/ 121 h 121"/>
                <a:gd name="T58" fmla="*/ 408 w 423"/>
                <a:gd name="T59" fmla="*/ 121 h 121"/>
                <a:gd name="T60" fmla="*/ 412 w 423"/>
                <a:gd name="T61" fmla="*/ 121 h 121"/>
                <a:gd name="T62" fmla="*/ 414 w 423"/>
                <a:gd name="T63" fmla="*/ 120 h 121"/>
                <a:gd name="T64" fmla="*/ 416 w 423"/>
                <a:gd name="T65" fmla="*/ 119 h 121"/>
                <a:gd name="T66" fmla="*/ 418 w 423"/>
                <a:gd name="T67" fmla="*/ 117 h 121"/>
                <a:gd name="T68" fmla="*/ 421 w 423"/>
                <a:gd name="T69" fmla="*/ 114 h 121"/>
                <a:gd name="T70" fmla="*/ 422 w 423"/>
                <a:gd name="T71" fmla="*/ 112 h 121"/>
                <a:gd name="T72" fmla="*/ 423 w 423"/>
                <a:gd name="T73" fmla="*/ 109 h 121"/>
                <a:gd name="T74" fmla="*/ 423 w 423"/>
                <a:gd name="T75" fmla="*/ 107 h 121"/>
                <a:gd name="T76" fmla="*/ 423 w 423"/>
                <a:gd name="T77" fmla="*/ 30 h 121"/>
                <a:gd name="T78" fmla="*/ 423 w 423"/>
                <a:gd name="T79" fmla="*/ 24 h 121"/>
                <a:gd name="T80" fmla="*/ 422 w 423"/>
                <a:gd name="T81" fmla="*/ 18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23" h="121">
                  <a:moveTo>
                    <a:pt x="422" y="18"/>
                  </a:moveTo>
                  <a:lnTo>
                    <a:pt x="422" y="17"/>
                  </a:lnTo>
                  <a:lnTo>
                    <a:pt x="422" y="17"/>
                  </a:lnTo>
                  <a:lnTo>
                    <a:pt x="419" y="10"/>
                  </a:lnTo>
                  <a:lnTo>
                    <a:pt x="417" y="5"/>
                  </a:lnTo>
                  <a:lnTo>
                    <a:pt x="417" y="4"/>
                  </a:lnTo>
                  <a:lnTo>
                    <a:pt x="416" y="4"/>
                  </a:lnTo>
                  <a:lnTo>
                    <a:pt x="415" y="2"/>
                  </a:lnTo>
                  <a:lnTo>
                    <a:pt x="415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5" y="1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1" y="24"/>
                  </a:lnTo>
                  <a:lnTo>
                    <a:pt x="0" y="30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2" y="112"/>
                  </a:lnTo>
                  <a:lnTo>
                    <a:pt x="4" y="114"/>
                  </a:lnTo>
                  <a:lnTo>
                    <a:pt x="6" y="117"/>
                  </a:lnTo>
                  <a:lnTo>
                    <a:pt x="8" y="119"/>
                  </a:lnTo>
                  <a:lnTo>
                    <a:pt x="10" y="120"/>
                  </a:lnTo>
                  <a:lnTo>
                    <a:pt x="12" y="121"/>
                  </a:lnTo>
                  <a:lnTo>
                    <a:pt x="16" y="121"/>
                  </a:lnTo>
                  <a:lnTo>
                    <a:pt x="408" y="121"/>
                  </a:lnTo>
                  <a:lnTo>
                    <a:pt x="412" y="121"/>
                  </a:lnTo>
                  <a:lnTo>
                    <a:pt x="414" y="120"/>
                  </a:lnTo>
                  <a:lnTo>
                    <a:pt x="416" y="119"/>
                  </a:lnTo>
                  <a:lnTo>
                    <a:pt x="418" y="117"/>
                  </a:lnTo>
                  <a:lnTo>
                    <a:pt x="421" y="114"/>
                  </a:lnTo>
                  <a:lnTo>
                    <a:pt x="422" y="112"/>
                  </a:lnTo>
                  <a:lnTo>
                    <a:pt x="423" y="109"/>
                  </a:lnTo>
                  <a:lnTo>
                    <a:pt x="423" y="107"/>
                  </a:lnTo>
                  <a:lnTo>
                    <a:pt x="423" y="30"/>
                  </a:lnTo>
                  <a:lnTo>
                    <a:pt x="423" y="24"/>
                  </a:lnTo>
                  <a:lnTo>
                    <a:pt x="422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9" name="Freeform 1633">
              <a:extLst>
                <a:ext uri="{FF2B5EF4-FFF2-40B4-BE49-F238E27FC236}">
                  <a16:creationId xmlns:a16="http://schemas.microsoft.com/office/drawing/2014/main" id="{9F83F4BD-7E57-BBE7-3E94-6ABE750740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8313" y="5253038"/>
              <a:ext cx="114300" cy="87313"/>
            </a:xfrm>
            <a:custGeom>
              <a:avLst/>
              <a:gdLst>
                <a:gd name="T0" fmla="*/ 302 w 362"/>
                <a:gd name="T1" fmla="*/ 227 h 273"/>
                <a:gd name="T2" fmla="*/ 301 w 362"/>
                <a:gd name="T3" fmla="*/ 233 h 273"/>
                <a:gd name="T4" fmla="*/ 298 w 362"/>
                <a:gd name="T5" fmla="*/ 237 h 273"/>
                <a:gd name="T6" fmla="*/ 292 w 362"/>
                <a:gd name="T7" fmla="*/ 241 h 273"/>
                <a:gd name="T8" fmla="*/ 287 w 362"/>
                <a:gd name="T9" fmla="*/ 242 h 273"/>
                <a:gd name="T10" fmla="*/ 72 w 362"/>
                <a:gd name="T11" fmla="*/ 242 h 273"/>
                <a:gd name="T12" fmla="*/ 67 w 362"/>
                <a:gd name="T13" fmla="*/ 239 h 273"/>
                <a:gd name="T14" fmla="*/ 63 w 362"/>
                <a:gd name="T15" fmla="*/ 235 h 273"/>
                <a:gd name="T16" fmla="*/ 61 w 362"/>
                <a:gd name="T17" fmla="*/ 231 h 273"/>
                <a:gd name="T18" fmla="*/ 60 w 362"/>
                <a:gd name="T19" fmla="*/ 76 h 273"/>
                <a:gd name="T20" fmla="*/ 61 w 362"/>
                <a:gd name="T21" fmla="*/ 70 h 273"/>
                <a:gd name="T22" fmla="*/ 64 w 362"/>
                <a:gd name="T23" fmla="*/ 66 h 273"/>
                <a:gd name="T24" fmla="*/ 70 w 362"/>
                <a:gd name="T25" fmla="*/ 62 h 273"/>
                <a:gd name="T26" fmla="*/ 75 w 362"/>
                <a:gd name="T27" fmla="*/ 61 h 273"/>
                <a:gd name="T28" fmla="*/ 290 w 362"/>
                <a:gd name="T29" fmla="*/ 61 h 273"/>
                <a:gd name="T30" fmla="*/ 296 w 362"/>
                <a:gd name="T31" fmla="*/ 64 h 273"/>
                <a:gd name="T32" fmla="*/ 299 w 362"/>
                <a:gd name="T33" fmla="*/ 68 h 273"/>
                <a:gd name="T34" fmla="*/ 301 w 362"/>
                <a:gd name="T35" fmla="*/ 73 h 273"/>
                <a:gd name="T36" fmla="*/ 60 w 362"/>
                <a:gd name="T37" fmla="*/ 0 h 273"/>
                <a:gd name="T38" fmla="*/ 42 w 362"/>
                <a:gd name="T39" fmla="*/ 4 h 273"/>
                <a:gd name="T40" fmla="*/ 27 w 362"/>
                <a:gd name="T41" fmla="*/ 12 h 273"/>
                <a:gd name="T42" fmla="*/ 18 w 362"/>
                <a:gd name="T43" fmla="*/ 18 h 273"/>
                <a:gd name="T44" fmla="*/ 5 w 362"/>
                <a:gd name="T45" fmla="*/ 38 h 273"/>
                <a:gd name="T46" fmla="*/ 1 w 362"/>
                <a:gd name="T47" fmla="*/ 49 h 273"/>
                <a:gd name="T48" fmla="*/ 0 w 362"/>
                <a:gd name="T49" fmla="*/ 61 h 273"/>
                <a:gd name="T50" fmla="*/ 362 w 362"/>
                <a:gd name="T51" fmla="*/ 273 h 273"/>
                <a:gd name="T52" fmla="*/ 362 w 362"/>
                <a:gd name="T53" fmla="*/ 55 h 273"/>
                <a:gd name="T54" fmla="*/ 360 w 362"/>
                <a:gd name="T55" fmla="*/ 44 h 273"/>
                <a:gd name="T56" fmla="*/ 352 w 362"/>
                <a:gd name="T57" fmla="*/ 27 h 273"/>
                <a:gd name="T58" fmla="*/ 340 w 362"/>
                <a:gd name="T59" fmla="*/ 15 h 273"/>
                <a:gd name="T60" fmla="*/ 328 w 362"/>
                <a:gd name="T61" fmla="*/ 7 h 273"/>
                <a:gd name="T62" fmla="*/ 311 w 362"/>
                <a:gd name="T63" fmla="*/ 2 h 273"/>
                <a:gd name="T64" fmla="*/ 121 w 362"/>
                <a:gd name="T65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2" h="273">
                  <a:moveTo>
                    <a:pt x="302" y="76"/>
                  </a:moveTo>
                  <a:lnTo>
                    <a:pt x="302" y="227"/>
                  </a:lnTo>
                  <a:lnTo>
                    <a:pt x="301" y="231"/>
                  </a:lnTo>
                  <a:lnTo>
                    <a:pt x="301" y="233"/>
                  </a:lnTo>
                  <a:lnTo>
                    <a:pt x="299" y="235"/>
                  </a:lnTo>
                  <a:lnTo>
                    <a:pt x="298" y="237"/>
                  </a:lnTo>
                  <a:lnTo>
                    <a:pt x="296" y="239"/>
                  </a:lnTo>
                  <a:lnTo>
                    <a:pt x="292" y="241"/>
                  </a:lnTo>
                  <a:lnTo>
                    <a:pt x="290" y="242"/>
                  </a:lnTo>
                  <a:lnTo>
                    <a:pt x="287" y="242"/>
                  </a:lnTo>
                  <a:lnTo>
                    <a:pt x="75" y="242"/>
                  </a:lnTo>
                  <a:lnTo>
                    <a:pt x="72" y="242"/>
                  </a:lnTo>
                  <a:lnTo>
                    <a:pt x="70" y="241"/>
                  </a:lnTo>
                  <a:lnTo>
                    <a:pt x="67" y="239"/>
                  </a:lnTo>
                  <a:lnTo>
                    <a:pt x="64" y="237"/>
                  </a:lnTo>
                  <a:lnTo>
                    <a:pt x="63" y="235"/>
                  </a:lnTo>
                  <a:lnTo>
                    <a:pt x="61" y="233"/>
                  </a:lnTo>
                  <a:lnTo>
                    <a:pt x="61" y="231"/>
                  </a:lnTo>
                  <a:lnTo>
                    <a:pt x="60" y="227"/>
                  </a:lnTo>
                  <a:lnTo>
                    <a:pt x="60" y="76"/>
                  </a:lnTo>
                  <a:lnTo>
                    <a:pt x="61" y="73"/>
                  </a:lnTo>
                  <a:lnTo>
                    <a:pt x="61" y="70"/>
                  </a:lnTo>
                  <a:lnTo>
                    <a:pt x="63" y="68"/>
                  </a:lnTo>
                  <a:lnTo>
                    <a:pt x="64" y="66"/>
                  </a:lnTo>
                  <a:lnTo>
                    <a:pt x="67" y="64"/>
                  </a:lnTo>
                  <a:lnTo>
                    <a:pt x="70" y="62"/>
                  </a:lnTo>
                  <a:lnTo>
                    <a:pt x="72" y="61"/>
                  </a:lnTo>
                  <a:lnTo>
                    <a:pt x="75" y="61"/>
                  </a:lnTo>
                  <a:lnTo>
                    <a:pt x="287" y="61"/>
                  </a:lnTo>
                  <a:lnTo>
                    <a:pt x="290" y="61"/>
                  </a:lnTo>
                  <a:lnTo>
                    <a:pt x="292" y="62"/>
                  </a:lnTo>
                  <a:lnTo>
                    <a:pt x="296" y="64"/>
                  </a:lnTo>
                  <a:lnTo>
                    <a:pt x="298" y="66"/>
                  </a:lnTo>
                  <a:lnTo>
                    <a:pt x="299" y="68"/>
                  </a:lnTo>
                  <a:lnTo>
                    <a:pt x="301" y="70"/>
                  </a:lnTo>
                  <a:lnTo>
                    <a:pt x="301" y="73"/>
                  </a:lnTo>
                  <a:lnTo>
                    <a:pt x="302" y="76"/>
                  </a:lnTo>
                  <a:close/>
                  <a:moveTo>
                    <a:pt x="60" y="0"/>
                  </a:moveTo>
                  <a:lnTo>
                    <a:pt x="51" y="2"/>
                  </a:lnTo>
                  <a:lnTo>
                    <a:pt x="42" y="4"/>
                  </a:lnTo>
                  <a:lnTo>
                    <a:pt x="35" y="7"/>
                  </a:lnTo>
                  <a:lnTo>
                    <a:pt x="27" y="12"/>
                  </a:lnTo>
                  <a:lnTo>
                    <a:pt x="22" y="15"/>
                  </a:lnTo>
                  <a:lnTo>
                    <a:pt x="18" y="18"/>
                  </a:lnTo>
                  <a:lnTo>
                    <a:pt x="10" y="27"/>
                  </a:lnTo>
                  <a:lnTo>
                    <a:pt x="5" y="38"/>
                  </a:lnTo>
                  <a:lnTo>
                    <a:pt x="2" y="44"/>
                  </a:lnTo>
                  <a:lnTo>
                    <a:pt x="1" y="49"/>
                  </a:lnTo>
                  <a:lnTo>
                    <a:pt x="0" y="55"/>
                  </a:lnTo>
                  <a:lnTo>
                    <a:pt x="0" y="61"/>
                  </a:lnTo>
                  <a:lnTo>
                    <a:pt x="0" y="273"/>
                  </a:lnTo>
                  <a:lnTo>
                    <a:pt x="362" y="273"/>
                  </a:lnTo>
                  <a:lnTo>
                    <a:pt x="362" y="61"/>
                  </a:lnTo>
                  <a:lnTo>
                    <a:pt x="362" y="55"/>
                  </a:lnTo>
                  <a:lnTo>
                    <a:pt x="361" y="49"/>
                  </a:lnTo>
                  <a:lnTo>
                    <a:pt x="360" y="44"/>
                  </a:lnTo>
                  <a:lnTo>
                    <a:pt x="358" y="38"/>
                  </a:lnTo>
                  <a:lnTo>
                    <a:pt x="352" y="27"/>
                  </a:lnTo>
                  <a:lnTo>
                    <a:pt x="344" y="18"/>
                  </a:lnTo>
                  <a:lnTo>
                    <a:pt x="340" y="15"/>
                  </a:lnTo>
                  <a:lnTo>
                    <a:pt x="335" y="12"/>
                  </a:lnTo>
                  <a:lnTo>
                    <a:pt x="328" y="7"/>
                  </a:lnTo>
                  <a:lnTo>
                    <a:pt x="320" y="4"/>
                  </a:lnTo>
                  <a:lnTo>
                    <a:pt x="311" y="2"/>
                  </a:lnTo>
                  <a:lnTo>
                    <a:pt x="302" y="0"/>
                  </a:lnTo>
                  <a:lnTo>
                    <a:pt x="121" y="0"/>
                  </a:lnTo>
                  <a:lnTo>
                    <a:pt x="6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0" name="Freeform 1634">
              <a:extLst>
                <a:ext uri="{FF2B5EF4-FFF2-40B4-BE49-F238E27FC236}">
                  <a16:creationId xmlns:a16="http://schemas.microsoft.com/office/drawing/2014/main" id="{495D900C-13A3-4A23-E87A-C0AF46769E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4325" y="5253038"/>
              <a:ext cx="115888" cy="87313"/>
            </a:xfrm>
            <a:custGeom>
              <a:avLst/>
              <a:gdLst>
                <a:gd name="T0" fmla="*/ 302 w 363"/>
                <a:gd name="T1" fmla="*/ 231 h 273"/>
                <a:gd name="T2" fmla="*/ 300 w 363"/>
                <a:gd name="T3" fmla="*/ 235 h 273"/>
                <a:gd name="T4" fmla="*/ 295 w 363"/>
                <a:gd name="T5" fmla="*/ 239 h 273"/>
                <a:gd name="T6" fmla="*/ 290 w 363"/>
                <a:gd name="T7" fmla="*/ 242 h 273"/>
                <a:gd name="T8" fmla="*/ 75 w 363"/>
                <a:gd name="T9" fmla="*/ 242 h 273"/>
                <a:gd name="T10" fmla="*/ 70 w 363"/>
                <a:gd name="T11" fmla="*/ 241 h 273"/>
                <a:gd name="T12" fmla="*/ 65 w 363"/>
                <a:gd name="T13" fmla="*/ 237 h 273"/>
                <a:gd name="T14" fmla="*/ 62 w 363"/>
                <a:gd name="T15" fmla="*/ 233 h 273"/>
                <a:gd name="T16" fmla="*/ 61 w 363"/>
                <a:gd name="T17" fmla="*/ 227 h 273"/>
                <a:gd name="T18" fmla="*/ 61 w 363"/>
                <a:gd name="T19" fmla="*/ 73 h 273"/>
                <a:gd name="T20" fmla="*/ 63 w 363"/>
                <a:gd name="T21" fmla="*/ 68 h 273"/>
                <a:gd name="T22" fmla="*/ 67 w 363"/>
                <a:gd name="T23" fmla="*/ 64 h 273"/>
                <a:gd name="T24" fmla="*/ 73 w 363"/>
                <a:gd name="T25" fmla="*/ 61 h 273"/>
                <a:gd name="T26" fmla="*/ 286 w 363"/>
                <a:gd name="T27" fmla="*/ 61 h 273"/>
                <a:gd name="T28" fmla="*/ 293 w 363"/>
                <a:gd name="T29" fmla="*/ 62 h 273"/>
                <a:gd name="T30" fmla="*/ 297 w 363"/>
                <a:gd name="T31" fmla="*/ 66 h 273"/>
                <a:gd name="T32" fmla="*/ 301 w 363"/>
                <a:gd name="T33" fmla="*/ 70 h 273"/>
                <a:gd name="T34" fmla="*/ 302 w 363"/>
                <a:gd name="T35" fmla="*/ 76 h 273"/>
                <a:gd name="T36" fmla="*/ 363 w 363"/>
                <a:gd name="T37" fmla="*/ 61 h 273"/>
                <a:gd name="T38" fmla="*/ 362 w 363"/>
                <a:gd name="T39" fmla="*/ 49 h 273"/>
                <a:gd name="T40" fmla="*/ 357 w 363"/>
                <a:gd name="T41" fmla="*/ 38 h 273"/>
                <a:gd name="T42" fmla="*/ 345 w 363"/>
                <a:gd name="T43" fmla="*/ 18 h 273"/>
                <a:gd name="T44" fmla="*/ 336 w 363"/>
                <a:gd name="T45" fmla="*/ 12 h 273"/>
                <a:gd name="T46" fmla="*/ 320 w 363"/>
                <a:gd name="T47" fmla="*/ 4 h 273"/>
                <a:gd name="T48" fmla="*/ 302 w 363"/>
                <a:gd name="T49" fmla="*/ 0 h 273"/>
                <a:gd name="T50" fmla="*/ 61 w 363"/>
                <a:gd name="T51" fmla="*/ 0 h 273"/>
                <a:gd name="T52" fmla="*/ 43 w 363"/>
                <a:gd name="T53" fmla="*/ 4 h 273"/>
                <a:gd name="T54" fmla="*/ 26 w 363"/>
                <a:gd name="T55" fmla="*/ 12 h 273"/>
                <a:gd name="T56" fmla="*/ 18 w 363"/>
                <a:gd name="T57" fmla="*/ 18 h 273"/>
                <a:gd name="T58" fmla="*/ 5 w 363"/>
                <a:gd name="T59" fmla="*/ 38 h 273"/>
                <a:gd name="T60" fmla="*/ 1 w 363"/>
                <a:gd name="T61" fmla="*/ 49 h 273"/>
                <a:gd name="T62" fmla="*/ 0 w 363"/>
                <a:gd name="T63" fmla="*/ 61 h 273"/>
                <a:gd name="T64" fmla="*/ 363 w 363"/>
                <a:gd name="T65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3" h="273">
                  <a:moveTo>
                    <a:pt x="302" y="227"/>
                  </a:moveTo>
                  <a:lnTo>
                    <a:pt x="302" y="231"/>
                  </a:lnTo>
                  <a:lnTo>
                    <a:pt x="301" y="233"/>
                  </a:lnTo>
                  <a:lnTo>
                    <a:pt x="300" y="235"/>
                  </a:lnTo>
                  <a:lnTo>
                    <a:pt x="297" y="237"/>
                  </a:lnTo>
                  <a:lnTo>
                    <a:pt x="295" y="239"/>
                  </a:lnTo>
                  <a:lnTo>
                    <a:pt x="293" y="241"/>
                  </a:lnTo>
                  <a:lnTo>
                    <a:pt x="290" y="242"/>
                  </a:lnTo>
                  <a:lnTo>
                    <a:pt x="286" y="242"/>
                  </a:lnTo>
                  <a:lnTo>
                    <a:pt x="75" y="242"/>
                  </a:lnTo>
                  <a:lnTo>
                    <a:pt x="73" y="242"/>
                  </a:lnTo>
                  <a:lnTo>
                    <a:pt x="70" y="241"/>
                  </a:lnTo>
                  <a:lnTo>
                    <a:pt x="67" y="239"/>
                  </a:lnTo>
                  <a:lnTo>
                    <a:pt x="65" y="237"/>
                  </a:lnTo>
                  <a:lnTo>
                    <a:pt x="63" y="235"/>
                  </a:lnTo>
                  <a:lnTo>
                    <a:pt x="62" y="233"/>
                  </a:lnTo>
                  <a:lnTo>
                    <a:pt x="61" y="231"/>
                  </a:lnTo>
                  <a:lnTo>
                    <a:pt x="61" y="227"/>
                  </a:lnTo>
                  <a:lnTo>
                    <a:pt x="61" y="76"/>
                  </a:lnTo>
                  <a:lnTo>
                    <a:pt x="61" y="73"/>
                  </a:lnTo>
                  <a:lnTo>
                    <a:pt x="62" y="70"/>
                  </a:lnTo>
                  <a:lnTo>
                    <a:pt x="63" y="68"/>
                  </a:lnTo>
                  <a:lnTo>
                    <a:pt x="65" y="66"/>
                  </a:lnTo>
                  <a:lnTo>
                    <a:pt x="67" y="64"/>
                  </a:lnTo>
                  <a:lnTo>
                    <a:pt x="70" y="62"/>
                  </a:lnTo>
                  <a:lnTo>
                    <a:pt x="73" y="61"/>
                  </a:lnTo>
                  <a:lnTo>
                    <a:pt x="75" y="61"/>
                  </a:lnTo>
                  <a:lnTo>
                    <a:pt x="286" y="61"/>
                  </a:lnTo>
                  <a:lnTo>
                    <a:pt x="290" y="61"/>
                  </a:lnTo>
                  <a:lnTo>
                    <a:pt x="293" y="62"/>
                  </a:lnTo>
                  <a:lnTo>
                    <a:pt x="295" y="64"/>
                  </a:lnTo>
                  <a:lnTo>
                    <a:pt x="297" y="66"/>
                  </a:lnTo>
                  <a:lnTo>
                    <a:pt x="300" y="68"/>
                  </a:lnTo>
                  <a:lnTo>
                    <a:pt x="301" y="70"/>
                  </a:lnTo>
                  <a:lnTo>
                    <a:pt x="302" y="73"/>
                  </a:lnTo>
                  <a:lnTo>
                    <a:pt x="302" y="76"/>
                  </a:lnTo>
                  <a:lnTo>
                    <a:pt x="302" y="227"/>
                  </a:lnTo>
                  <a:close/>
                  <a:moveTo>
                    <a:pt x="363" y="61"/>
                  </a:moveTo>
                  <a:lnTo>
                    <a:pt x="362" y="55"/>
                  </a:lnTo>
                  <a:lnTo>
                    <a:pt x="362" y="49"/>
                  </a:lnTo>
                  <a:lnTo>
                    <a:pt x="359" y="44"/>
                  </a:lnTo>
                  <a:lnTo>
                    <a:pt x="357" y="38"/>
                  </a:lnTo>
                  <a:lnTo>
                    <a:pt x="352" y="27"/>
                  </a:lnTo>
                  <a:lnTo>
                    <a:pt x="345" y="18"/>
                  </a:lnTo>
                  <a:lnTo>
                    <a:pt x="341" y="15"/>
                  </a:lnTo>
                  <a:lnTo>
                    <a:pt x="336" y="12"/>
                  </a:lnTo>
                  <a:lnTo>
                    <a:pt x="328" y="7"/>
                  </a:lnTo>
                  <a:lnTo>
                    <a:pt x="320" y="4"/>
                  </a:lnTo>
                  <a:lnTo>
                    <a:pt x="311" y="2"/>
                  </a:lnTo>
                  <a:lnTo>
                    <a:pt x="302" y="0"/>
                  </a:lnTo>
                  <a:lnTo>
                    <a:pt x="242" y="0"/>
                  </a:lnTo>
                  <a:lnTo>
                    <a:pt x="61" y="0"/>
                  </a:lnTo>
                  <a:lnTo>
                    <a:pt x="52" y="2"/>
                  </a:lnTo>
                  <a:lnTo>
                    <a:pt x="43" y="4"/>
                  </a:lnTo>
                  <a:lnTo>
                    <a:pt x="34" y="7"/>
                  </a:lnTo>
                  <a:lnTo>
                    <a:pt x="26" y="12"/>
                  </a:lnTo>
                  <a:lnTo>
                    <a:pt x="22" y="15"/>
                  </a:lnTo>
                  <a:lnTo>
                    <a:pt x="18" y="18"/>
                  </a:lnTo>
                  <a:lnTo>
                    <a:pt x="11" y="27"/>
                  </a:lnTo>
                  <a:lnTo>
                    <a:pt x="5" y="38"/>
                  </a:lnTo>
                  <a:lnTo>
                    <a:pt x="3" y="44"/>
                  </a:lnTo>
                  <a:lnTo>
                    <a:pt x="1" y="49"/>
                  </a:lnTo>
                  <a:lnTo>
                    <a:pt x="1" y="55"/>
                  </a:lnTo>
                  <a:lnTo>
                    <a:pt x="0" y="61"/>
                  </a:lnTo>
                  <a:lnTo>
                    <a:pt x="0" y="273"/>
                  </a:lnTo>
                  <a:lnTo>
                    <a:pt x="363" y="273"/>
                  </a:lnTo>
                  <a:lnTo>
                    <a:pt x="36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1" name="Freeform 1635">
              <a:extLst>
                <a:ext uri="{FF2B5EF4-FFF2-40B4-BE49-F238E27FC236}">
                  <a16:creationId xmlns:a16="http://schemas.microsoft.com/office/drawing/2014/main" id="{34CF962C-B820-BE4D-9619-9EA5EAF21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00" y="5349875"/>
              <a:ext cx="134938" cy="38100"/>
            </a:xfrm>
            <a:custGeom>
              <a:avLst/>
              <a:gdLst>
                <a:gd name="T0" fmla="*/ 420 w 423"/>
                <a:gd name="T1" fmla="*/ 16 h 121"/>
                <a:gd name="T2" fmla="*/ 419 w 423"/>
                <a:gd name="T3" fmla="*/ 10 h 121"/>
                <a:gd name="T4" fmla="*/ 416 w 423"/>
                <a:gd name="T5" fmla="*/ 5 h 121"/>
                <a:gd name="T6" fmla="*/ 416 w 423"/>
                <a:gd name="T7" fmla="*/ 4 h 121"/>
                <a:gd name="T8" fmla="*/ 416 w 423"/>
                <a:gd name="T9" fmla="*/ 4 h 121"/>
                <a:gd name="T10" fmla="*/ 415 w 423"/>
                <a:gd name="T11" fmla="*/ 2 h 121"/>
                <a:gd name="T12" fmla="*/ 414 w 423"/>
                <a:gd name="T13" fmla="*/ 0 h 121"/>
                <a:gd name="T14" fmla="*/ 9 w 423"/>
                <a:gd name="T15" fmla="*/ 0 h 121"/>
                <a:gd name="T16" fmla="*/ 8 w 423"/>
                <a:gd name="T17" fmla="*/ 2 h 121"/>
                <a:gd name="T18" fmla="*/ 7 w 423"/>
                <a:gd name="T19" fmla="*/ 4 h 121"/>
                <a:gd name="T20" fmla="*/ 7 w 423"/>
                <a:gd name="T21" fmla="*/ 4 h 121"/>
                <a:gd name="T22" fmla="*/ 7 w 423"/>
                <a:gd name="T23" fmla="*/ 5 h 121"/>
                <a:gd name="T24" fmla="*/ 3 w 423"/>
                <a:gd name="T25" fmla="*/ 10 h 121"/>
                <a:gd name="T26" fmla="*/ 2 w 423"/>
                <a:gd name="T27" fmla="*/ 17 h 121"/>
                <a:gd name="T28" fmla="*/ 2 w 423"/>
                <a:gd name="T29" fmla="*/ 17 h 121"/>
                <a:gd name="T30" fmla="*/ 1 w 423"/>
                <a:gd name="T31" fmla="*/ 18 h 121"/>
                <a:gd name="T32" fmla="*/ 0 w 423"/>
                <a:gd name="T33" fmla="*/ 24 h 121"/>
                <a:gd name="T34" fmla="*/ 0 w 423"/>
                <a:gd name="T35" fmla="*/ 30 h 121"/>
                <a:gd name="T36" fmla="*/ 0 w 423"/>
                <a:gd name="T37" fmla="*/ 107 h 121"/>
                <a:gd name="T38" fmla="*/ 0 w 423"/>
                <a:gd name="T39" fmla="*/ 109 h 121"/>
                <a:gd name="T40" fmla="*/ 1 w 423"/>
                <a:gd name="T41" fmla="*/ 112 h 121"/>
                <a:gd name="T42" fmla="*/ 2 w 423"/>
                <a:gd name="T43" fmla="*/ 114 h 121"/>
                <a:gd name="T44" fmla="*/ 4 w 423"/>
                <a:gd name="T45" fmla="*/ 117 h 121"/>
                <a:gd name="T46" fmla="*/ 7 w 423"/>
                <a:gd name="T47" fmla="*/ 119 h 121"/>
                <a:gd name="T48" fmla="*/ 9 w 423"/>
                <a:gd name="T49" fmla="*/ 120 h 121"/>
                <a:gd name="T50" fmla="*/ 12 w 423"/>
                <a:gd name="T51" fmla="*/ 121 h 121"/>
                <a:gd name="T52" fmla="*/ 15 w 423"/>
                <a:gd name="T53" fmla="*/ 121 h 121"/>
                <a:gd name="T54" fmla="*/ 407 w 423"/>
                <a:gd name="T55" fmla="*/ 121 h 121"/>
                <a:gd name="T56" fmla="*/ 410 w 423"/>
                <a:gd name="T57" fmla="*/ 121 h 121"/>
                <a:gd name="T58" fmla="*/ 414 w 423"/>
                <a:gd name="T59" fmla="*/ 120 h 121"/>
                <a:gd name="T60" fmla="*/ 416 w 423"/>
                <a:gd name="T61" fmla="*/ 119 h 121"/>
                <a:gd name="T62" fmla="*/ 418 w 423"/>
                <a:gd name="T63" fmla="*/ 117 h 121"/>
                <a:gd name="T64" fmla="*/ 420 w 423"/>
                <a:gd name="T65" fmla="*/ 114 h 121"/>
                <a:gd name="T66" fmla="*/ 421 w 423"/>
                <a:gd name="T67" fmla="*/ 112 h 121"/>
                <a:gd name="T68" fmla="*/ 423 w 423"/>
                <a:gd name="T69" fmla="*/ 109 h 121"/>
                <a:gd name="T70" fmla="*/ 423 w 423"/>
                <a:gd name="T71" fmla="*/ 107 h 121"/>
                <a:gd name="T72" fmla="*/ 423 w 423"/>
                <a:gd name="T73" fmla="*/ 30 h 121"/>
                <a:gd name="T74" fmla="*/ 423 w 423"/>
                <a:gd name="T75" fmla="*/ 24 h 121"/>
                <a:gd name="T76" fmla="*/ 421 w 423"/>
                <a:gd name="T77" fmla="*/ 18 h 121"/>
                <a:gd name="T78" fmla="*/ 420 w 423"/>
                <a:gd name="T79" fmla="*/ 17 h 121"/>
                <a:gd name="T80" fmla="*/ 420 w 423"/>
                <a:gd name="T81" fmla="*/ 1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23" h="121">
                  <a:moveTo>
                    <a:pt x="420" y="16"/>
                  </a:moveTo>
                  <a:lnTo>
                    <a:pt x="419" y="10"/>
                  </a:lnTo>
                  <a:lnTo>
                    <a:pt x="416" y="5"/>
                  </a:lnTo>
                  <a:lnTo>
                    <a:pt x="416" y="4"/>
                  </a:lnTo>
                  <a:lnTo>
                    <a:pt x="416" y="4"/>
                  </a:lnTo>
                  <a:lnTo>
                    <a:pt x="415" y="2"/>
                  </a:lnTo>
                  <a:lnTo>
                    <a:pt x="414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3" y="1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1" y="18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0" y="107"/>
                  </a:lnTo>
                  <a:lnTo>
                    <a:pt x="0" y="109"/>
                  </a:lnTo>
                  <a:lnTo>
                    <a:pt x="1" y="112"/>
                  </a:lnTo>
                  <a:lnTo>
                    <a:pt x="2" y="114"/>
                  </a:lnTo>
                  <a:lnTo>
                    <a:pt x="4" y="117"/>
                  </a:lnTo>
                  <a:lnTo>
                    <a:pt x="7" y="119"/>
                  </a:lnTo>
                  <a:lnTo>
                    <a:pt x="9" y="120"/>
                  </a:lnTo>
                  <a:lnTo>
                    <a:pt x="12" y="121"/>
                  </a:lnTo>
                  <a:lnTo>
                    <a:pt x="15" y="121"/>
                  </a:lnTo>
                  <a:lnTo>
                    <a:pt x="407" y="121"/>
                  </a:lnTo>
                  <a:lnTo>
                    <a:pt x="410" y="121"/>
                  </a:lnTo>
                  <a:lnTo>
                    <a:pt x="414" y="120"/>
                  </a:lnTo>
                  <a:lnTo>
                    <a:pt x="416" y="119"/>
                  </a:lnTo>
                  <a:lnTo>
                    <a:pt x="418" y="117"/>
                  </a:lnTo>
                  <a:lnTo>
                    <a:pt x="420" y="114"/>
                  </a:lnTo>
                  <a:lnTo>
                    <a:pt x="421" y="112"/>
                  </a:lnTo>
                  <a:lnTo>
                    <a:pt x="423" y="109"/>
                  </a:lnTo>
                  <a:lnTo>
                    <a:pt x="423" y="107"/>
                  </a:lnTo>
                  <a:lnTo>
                    <a:pt x="423" y="30"/>
                  </a:lnTo>
                  <a:lnTo>
                    <a:pt x="423" y="24"/>
                  </a:lnTo>
                  <a:lnTo>
                    <a:pt x="421" y="18"/>
                  </a:lnTo>
                  <a:lnTo>
                    <a:pt x="420" y="17"/>
                  </a:lnTo>
                  <a:lnTo>
                    <a:pt x="42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9136E8E-D5D4-385B-7F9A-90F9D4806AE3}"/>
              </a:ext>
            </a:extLst>
          </p:cNvPr>
          <p:cNvSpPr/>
          <p:nvPr/>
        </p:nvSpPr>
        <p:spPr>
          <a:xfrm>
            <a:off x="790583" y="1200747"/>
            <a:ext cx="8073328" cy="215443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CA" b="1" dirty="0"/>
              <a:t>Distribution Insights:</a:t>
            </a:r>
          </a:p>
          <a:p>
            <a:endParaRPr lang="en-CA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Rotational speed appears approximately normally distributed.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Torque values contain some outliers.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Air and process temperatures show relatively small variation.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Tool wear exhibits a wide range of values.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Most machines operate under normal conditions with relatively few failures</a:t>
            </a:r>
            <a:r>
              <a:rPr lang="en-CA" sz="1400" dirty="0"/>
              <a:t>.</a:t>
            </a:r>
          </a:p>
          <a:p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428DAF-7C7C-8AA8-9FAE-5C8E1E879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495" y="3502818"/>
            <a:ext cx="3417241" cy="27385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5DE1F4-E394-216D-9AA1-BB24FEE73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508786"/>
            <a:ext cx="4597191" cy="282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937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7ABCA-AD9D-52C7-60F7-0A7F1D761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0B1AD679-00AE-6B57-2703-BEA0753B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96295-06CA-2FA6-BEEC-BA9164686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pPr/>
              <a:t>13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DA0E94-22FC-31EC-C228-A5D37C90D9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98A78915-0D52-B087-A830-A08694E35CCF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Highest Variability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9F2CAC5-9F23-8097-F14F-04DBF1D31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 147">
            <a:extLst>
              <a:ext uri="{FF2B5EF4-FFF2-40B4-BE49-F238E27FC236}">
                <a16:creationId xmlns:a16="http://schemas.microsoft.com/office/drawing/2014/main" id="{B7AFD5A3-5B2F-E3EB-F8E5-5EE5E69D8308}"/>
              </a:ext>
            </a:extLst>
          </p:cNvPr>
          <p:cNvSpPr/>
          <p:nvPr/>
        </p:nvSpPr>
        <p:spPr>
          <a:xfrm>
            <a:off x="968737" y="1465041"/>
            <a:ext cx="8075613" cy="276998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CA" b="1" dirty="0"/>
              <a:t>Highest Variability:</a:t>
            </a:r>
          </a:p>
          <a:p>
            <a:endParaRPr lang="en-CA" b="1" dirty="0"/>
          </a:p>
          <a:p>
            <a:r>
              <a:rPr lang="en-CA" b="1" dirty="0"/>
              <a:t>Key Findings: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Rotational speed has the highest variability.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Temperatures remain relatively stable.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Tool wear shows substantial variation across machines.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r>
              <a:rPr lang="en-CA" b="1" dirty="0"/>
              <a:t>Interpretation: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Machines operate under varying workloads while temperatures remain controlled</a:t>
            </a:r>
            <a:r>
              <a:rPr lang="en-CA" sz="1400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942A67-4943-98F2-29C7-B28B0EBAC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024" y="4387931"/>
            <a:ext cx="3419952" cy="201005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C6200C-84C3-F51C-8E3A-815C44204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4618" y="807847"/>
            <a:ext cx="3315163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211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2A6A3-B50F-9E05-F32D-434ADA642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67843E2D-5517-CE3E-202F-228DC715D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86564-5284-0BF1-D9DF-43E66E859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pPr/>
              <a:t>14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0A7D82-6765-6039-7055-597D3A107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A429F17A-7729-871A-5316-48FF28C05758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Strongest Correlations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EA282F-8280-82E5-A7BC-00C7C2C2B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 147">
            <a:extLst>
              <a:ext uri="{FF2B5EF4-FFF2-40B4-BE49-F238E27FC236}">
                <a16:creationId xmlns:a16="http://schemas.microsoft.com/office/drawing/2014/main" id="{5E9AB61F-B684-5F45-CDD5-A0994EBF7056}"/>
              </a:ext>
            </a:extLst>
          </p:cNvPr>
          <p:cNvSpPr/>
          <p:nvPr/>
        </p:nvSpPr>
        <p:spPr>
          <a:xfrm>
            <a:off x="534987" y="1232293"/>
            <a:ext cx="8075613" cy="304698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CA" b="1" dirty="0"/>
              <a:t>Strongest Correlations:</a:t>
            </a:r>
          </a:p>
          <a:p>
            <a:endParaRPr lang="en-CA" b="1" dirty="0"/>
          </a:p>
          <a:p>
            <a:r>
              <a:rPr lang="en-CA" b="1" dirty="0"/>
              <a:t>Air Temperature &amp; Process 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Strong positive correlation. </a:t>
            </a:r>
          </a:p>
          <a:p>
            <a:endParaRPr lang="en-CA" dirty="0"/>
          </a:p>
          <a:p>
            <a:r>
              <a:rPr lang="en-CA" b="1" dirty="0"/>
              <a:t>Rotational Speed &amp; Torque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Moderate negative correlation. </a:t>
            </a:r>
          </a:p>
          <a:p>
            <a:endParaRPr lang="en-CA" dirty="0"/>
          </a:p>
          <a:p>
            <a:r>
              <a:rPr lang="en-CA" b="1" dirty="0"/>
              <a:t>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Environmental conditions influence operating temperatures.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Speed and torque demonstrate an engineering </a:t>
            </a:r>
            <a:r>
              <a:rPr lang="en-CA" dirty="0" err="1"/>
              <a:t>tradeoff</a:t>
            </a:r>
            <a:r>
              <a:rPr lang="en-CA" dirty="0"/>
              <a:t>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B188F-F93D-D265-489C-052BB54975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18"/>
          <a:stretch>
            <a:fillRect/>
          </a:stretch>
        </p:blipFill>
        <p:spPr>
          <a:xfrm>
            <a:off x="7740653" y="3817402"/>
            <a:ext cx="3497533" cy="23694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E72189-4281-33CB-A176-28D1893F79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b="1852"/>
          <a:stretch>
            <a:fillRect/>
          </a:stretch>
        </p:blipFill>
        <p:spPr>
          <a:xfrm>
            <a:off x="7740653" y="910696"/>
            <a:ext cx="3497533" cy="258510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87308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3C03E-9EC8-69E8-AA40-2D1B3A1A8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07E57472-1AED-235C-F848-7D9792DF7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4503A-4A99-9507-C1A8-9976D5009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pPr/>
              <a:t>15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BECBD1-CD0E-2AFC-DFA7-CD81FFA21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522CBE0-08DF-F140-66B0-37FAE46A0D8E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Group Differences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C93280C-4B03-BC4E-961A-D496BD7FF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 147">
            <a:extLst>
              <a:ext uri="{FF2B5EF4-FFF2-40B4-BE49-F238E27FC236}">
                <a16:creationId xmlns:a16="http://schemas.microsoft.com/office/drawing/2014/main" id="{1839CD15-E8D4-8AB8-3A33-7352A29AC220}"/>
              </a:ext>
            </a:extLst>
          </p:cNvPr>
          <p:cNvSpPr/>
          <p:nvPr/>
        </p:nvSpPr>
        <p:spPr>
          <a:xfrm>
            <a:off x="670035" y="1274515"/>
            <a:ext cx="8075613" cy="304698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CA" b="1" dirty="0"/>
              <a:t>Group Differences:</a:t>
            </a:r>
          </a:p>
          <a:p>
            <a:endParaRPr lang="en-CA" b="1" dirty="0"/>
          </a:p>
          <a:p>
            <a:r>
              <a:rPr lang="en-CA" b="1" dirty="0"/>
              <a:t>Product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Failure rates vary among product types. </a:t>
            </a:r>
          </a:p>
          <a:p>
            <a:endParaRPr lang="en-CA" dirty="0"/>
          </a:p>
          <a:p>
            <a:r>
              <a:rPr lang="en-CA" b="1" dirty="0"/>
              <a:t>Tool Wear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Higher tool wear is associated with greater failure risk. </a:t>
            </a:r>
          </a:p>
          <a:p>
            <a:endParaRPr lang="en-CA" dirty="0"/>
          </a:p>
          <a:p>
            <a:r>
              <a:rPr lang="en-CA" b="1" dirty="0"/>
              <a:t>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Machine reliability appears influenced by both product characteristics and component wear</a:t>
            </a:r>
            <a:r>
              <a:rPr lang="en-CA" sz="14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36AD42-C547-9593-9632-65DC02382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416" y="4210341"/>
            <a:ext cx="3257931" cy="21460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155F48-DC03-CC9B-C2A6-D3C1C1F78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653" y="4651694"/>
            <a:ext cx="3565316" cy="126330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56502B-C037-4C7E-4CF5-B514386D8D2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84"/>
          <a:stretch>
            <a:fillRect/>
          </a:stretch>
        </p:blipFill>
        <p:spPr>
          <a:xfrm>
            <a:off x="7959336" y="781618"/>
            <a:ext cx="4004064" cy="26473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17996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D33B6BF4-2C08-4464-A4ED-A7F5F991F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551EA-9F3C-4E6B-8292-6C64ABE1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pPr/>
              <a:t>16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Surprising Insights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809A67D-EE6E-45D1-AA73-B11A0B4F2508}"/>
              </a:ext>
            </a:extLst>
          </p:cNvPr>
          <p:cNvSpPr/>
          <p:nvPr/>
        </p:nvSpPr>
        <p:spPr>
          <a:xfrm>
            <a:off x="363548" y="1658700"/>
            <a:ext cx="8075613" cy="276998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CA" b="1" dirty="0"/>
              <a:t>Surprising Insights:</a:t>
            </a:r>
          </a:p>
          <a:p>
            <a:endParaRPr lang="en-CA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Small operational changes can influence machine failures.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Some failures occur under normal operating conditions.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Machine failures are relatively rare.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Multiple failure mechanisms contribute to breakdowns. </a:t>
            </a:r>
          </a:p>
          <a:p>
            <a:endParaRPr lang="en-CA" dirty="0"/>
          </a:p>
          <a:p>
            <a:r>
              <a:rPr lang="en-CA" b="1" dirty="0"/>
              <a:t>Why It Matters</a:t>
            </a:r>
          </a:p>
          <a:p>
            <a:endParaRPr lang="en-CA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Predicting failures requires considering several factors simultaneously.</a:t>
            </a:r>
          </a:p>
        </p:txBody>
      </p:sp>
      <p:pic>
        <p:nvPicPr>
          <p:cNvPr id="3" name="Graphic 2" descr="Atom with solid fill">
            <a:extLst>
              <a:ext uri="{FF2B5EF4-FFF2-40B4-BE49-F238E27FC236}">
                <a16:creationId xmlns:a16="http://schemas.microsoft.com/office/drawing/2014/main" id="{963A6EFD-9D0E-A688-6967-2433039EF1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9607" y="883087"/>
            <a:ext cx="1551225" cy="1551225"/>
          </a:xfrm>
          <a:prstGeom prst="rect">
            <a:avLst/>
          </a:prstGeom>
        </p:spPr>
      </p:pic>
      <p:pic>
        <p:nvPicPr>
          <p:cNvPr id="7" name="Graphic 6" descr="Brain in head with solid fill">
            <a:extLst>
              <a:ext uri="{FF2B5EF4-FFF2-40B4-BE49-F238E27FC236}">
                <a16:creationId xmlns:a16="http://schemas.microsoft.com/office/drawing/2014/main" id="{97B3126B-6CED-77A3-067A-0F837BCFD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329" y="4518500"/>
            <a:ext cx="1694783" cy="16947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431891C-4216-4E1B-663C-07B8401D82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161" y="3096246"/>
            <a:ext cx="3121572" cy="23102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75445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688D0-FDA7-3537-03BD-1574D5EFF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D7F12E23-0794-3945-9728-4502AF320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6D489-7B97-70A9-DDC2-A974168DF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pPr/>
              <a:t>17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B9AF71-1A50-F3DF-3E28-4CC87BE6B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17343669-0210-0E36-4F1F-0567A28E0C4F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Conclusion</a:t>
            </a:r>
            <a:b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591002-6604-B410-59A9-C7888633A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 147">
            <a:extLst>
              <a:ext uri="{FF2B5EF4-FFF2-40B4-BE49-F238E27FC236}">
                <a16:creationId xmlns:a16="http://schemas.microsoft.com/office/drawing/2014/main" id="{FEE54793-731B-FD49-2203-5113FE3AFD3E}"/>
              </a:ext>
            </a:extLst>
          </p:cNvPr>
          <p:cNvSpPr/>
          <p:nvPr/>
        </p:nvSpPr>
        <p:spPr>
          <a:xfrm>
            <a:off x="2126849" y="956051"/>
            <a:ext cx="8075613" cy="443198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CA" b="1" dirty="0"/>
              <a:t>Key Findings</a:t>
            </a:r>
          </a:p>
          <a:p>
            <a:endParaRPr lang="en-CA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Dataset was clean and suitable for analysis.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Rotational speed exhibited the greatest variability.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Air and process temperatures were strongly correlated.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Rotational speed and torque showed a negative relationship.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Increased tool wear was associated with machine failures.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Failure rates differed across product types. </a:t>
            </a:r>
          </a:p>
          <a:p>
            <a:endParaRPr lang="en-CA" dirty="0"/>
          </a:p>
          <a:p>
            <a:endParaRPr lang="en-CA" dirty="0"/>
          </a:p>
          <a:p>
            <a:r>
              <a:rPr lang="en-CA" b="1" dirty="0"/>
              <a:t>Overall Conclusion</a:t>
            </a:r>
          </a:p>
          <a:p>
            <a:endParaRPr lang="en-CA" b="1" dirty="0"/>
          </a:p>
          <a:p>
            <a:r>
              <a:rPr lang="en-CA" dirty="0"/>
              <a:t>The analysis demonstrates that machine reliability is influenced by operating conditions, equipment wear, and product characteristics. Understanding these relationships can support predictive maintenance strategies and help reduce unexpected equipment failures.</a:t>
            </a:r>
          </a:p>
        </p:txBody>
      </p:sp>
      <p:pic>
        <p:nvPicPr>
          <p:cNvPr id="3" name="Graphic 2" descr="Illustrator with solid fill">
            <a:extLst>
              <a:ext uri="{FF2B5EF4-FFF2-40B4-BE49-F238E27FC236}">
                <a16:creationId xmlns:a16="http://schemas.microsoft.com/office/drawing/2014/main" id="{D9140703-6073-C013-B4CA-7A768905C5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5225374"/>
            <a:ext cx="914400" cy="914400"/>
          </a:xfrm>
          <a:prstGeom prst="rect">
            <a:avLst/>
          </a:prstGeom>
        </p:spPr>
      </p:pic>
      <p:pic>
        <p:nvPicPr>
          <p:cNvPr id="10" name="Graphic 9" descr="List with solid fill">
            <a:extLst>
              <a:ext uri="{FF2B5EF4-FFF2-40B4-BE49-F238E27FC236}">
                <a16:creationId xmlns:a16="http://schemas.microsoft.com/office/drawing/2014/main" id="{2FAE5512-2BB6-6479-A340-55DE6AEE01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725473"/>
            <a:ext cx="914400" cy="914400"/>
          </a:xfrm>
          <a:prstGeom prst="rect">
            <a:avLst/>
          </a:prstGeom>
        </p:spPr>
      </p:pic>
      <p:pic>
        <p:nvPicPr>
          <p:cNvPr id="13" name="Graphic 12" descr="Performance Curtains with solid fill">
            <a:extLst>
              <a:ext uri="{FF2B5EF4-FFF2-40B4-BE49-F238E27FC236}">
                <a16:creationId xmlns:a16="http://schemas.microsoft.com/office/drawing/2014/main" id="{57FE1517-8E9B-84CB-9D98-E8E75C409C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96600" y="725473"/>
            <a:ext cx="914400" cy="914400"/>
          </a:xfrm>
          <a:prstGeom prst="rect">
            <a:avLst/>
          </a:prstGeom>
        </p:spPr>
      </p:pic>
      <p:pic>
        <p:nvPicPr>
          <p:cNvPr id="16" name="Graphic 15" descr="Presentation with bar chart with solid fill">
            <a:extLst>
              <a:ext uri="{FF2B5EF4-FFF2-40B4-BE49-F238E27FC236}">
                <a16:creationId xmlns:a16="http://schemas.microsoft.com/office/drawing/2014/main" id="{4C88915C-0FCE-C177-2843-2BDEE17AA8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96600" y="52253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152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D630F-7E0B-689E-985F-2F7A7CE28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3614A87A-E763-0F11-A2FA-F2C04080B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39014-97B0-5D1C-6C2A-B57A263A8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pPr/>
              <a:t>18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6ACC34-4CDF-52EC-F3BF-D16E1D81D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2C884F3-A34C-3720-601B-3B984716114F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What’s Next?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D03CF60-ACB6-DD1C-3A9B-F2AD479F5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 147">
            <a:extLst>
              <a:ext uri="{FF2B5EF4-FFF2-40B4-BE49-F238E27FC236}">
                <a16:creationId xmlns:a16="http://schemas.microsoft.com/office/drawing/2014/main" id="{6E1D8C1A-5EDE-73BA-AC5E-7F55E8D3C39B}"/>
              </a:ext>
            </a:extLst>
          </p:cNvPr>
          <p:cNvSpPr/>
          <p:nvPr/>
        </p:nvSpPr>
        <p:spPr>
          <a:xfrm>
            <a:off x="378645" y="695253"/>
            <a:ext cx="8075613" cy="538609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1400" b="1" dirty="0"/>
              <a:t>Limitations: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Analysis is based on a single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Machine failures are rare </a:t>
            </a:r>
            <a:r>
              <a:rPr lang="en-US" sz="1400" dirty="0">
                <a:sym typeface="Wingdings" panose="05000000000000000000" pitchFamily="2" charset="2"/>
              </a:rPr>
              <a:t> imbalanced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Analysis focuses on exploratory statistics and visualizations not predictive modeling.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Factors that could influence failures are not included in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Failure-type variables describe failures that have already occurred, provide limited insight into predicting failures before they occur.</a:t>
            </a:r>
          </a:p>
          <a:p>
            <a:endParaRPr lang="en-US" sz="1400" dirty="0">
              <a:sym typeface="Wingdings" panose="05000000000000000000" pitchFamily="2" charset="2"/>
            </a:endParaRPr>
          </a:p>
          <a:p>
            <a:r>
              <a:rPr lang="en-US" sz="1400" b="1" dirty="0">
                <a:sym typeface="Wingdings" panose="05000000000000000000" pitchFamily="2" charset="2"/>
              </a:rPr>
              <a:t>Impact: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Findings provide valuable insights into machine behavior but would require additional data and predictive models to support real-world maintenance decisions.</a:t>
            </a:r>
            <a:endParaRPr lang="en-US" sz="1400" dirty="0">
              <a:sym typeface="Wingdings" panose="05000000000000000000" pitchFamily="2" charset="2"/>
            </a:endParaRPr>
          </a:p>
          <a:p>
            <a:endParaRPr lang="en-US" sz="1400" dirty="0">
              <a:sym typeface="Wingdings" panose="05000000000000000000" pitchFamily="2" charset="2"/>
            </a:endParaRPr>
          </a:p>
          <a:p>
            <a:r>
              <a:rPr lang="en-US" sz="1400" b="1" dirty="0">
                <a:sym typeface="Wingdings" panose="05000000000000000000" pitchFamily="2" charset="2"/>
              </a:rPr>
              <a:t>Next Steps: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Develop machine learning models to predict machine failures.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Compare different algorithms.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Perform feature engineering to create additional predictive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Address class imbalance using resampling techniques.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Investigate which variables are most important for predicting failures.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Evaluate model performance using metrics such as accuracy, precision, recall, F1-score, and ROC-AUC.</a:t>
            </a:r>
            <a:endParaRPr lang="en-US" sz="1400" dirty="0">
              <a:sym typeface="Wingdings" panose="05000000000000000000" pitchFamily="2" charset="2"/>
            </a:endParaRPr>
          </a:p>
          <a:p>
            <a:endParaRPr lang="en-US" sz="1400" dirty="0"/>
          </a:p>
          <a:p>
            <a:r>
              <a:rPr lang="en-CA" sz="1400" b="1" dirty="0"/>
              <a:t>Expected Benefits: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Earlier detection of potential failures.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Reduced downtime and maintenance costs.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Improved machine reliability and operational efficiency.</a:t>
            </a:r>
          </a:p>
          <a:p>
            <a:endParaRPr lang="en-US" sz="1400" dirty="0"/>
          </a:p>
        </p:txBody>
      </p:sp>
      <p:pic>
        <p:nvPicPr>
          <p:cNvPr id="3" name="Graphic 2" descr="Question Mark with solid fill">
            <a:extLst>
              <a:ext uri="{FF2B5EF4-FFF2-40B4-BE49-F238E27FC236}">
                <a16:creationId xmlns:a16="http://schemas.microsoft.com/office/drawing/2014/main" id="{D0047104-8D60-032B-759D-8804B20A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54258" y="1552251"/>
            <a:ext cx="3389258" cy="338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198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BC0FC5-348B-F0CB-33E5-134028D71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609EDA-869E-4BE5-AE5D-B898C584B6F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1019</TotalTime>
  <Words>1007</Words>
  <Application>Microsoft Office PowerPoint</Application>
  <PresentationFormat>Widescreen</PresentationFormat>
  <Paragraphs>270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Century Gothic</vt:lpstr>
      <vt:lpstr>Segoe UI</vt:lpstr>
      <vt:lpstr>Segoe UI Light</vt:lpstr>
      <vt:lpstr>Wingdings</vt:lpstr>
      <vt:lpstr>Office Theme</vt:lpstr>
      <vt:lpstr>Ai4i2020 Predictive Maintenance Dataset Analysis Presentation</vt:lpstr>
      <vt:lpstr>Project analysis slide 2</vt:lpstr>
      <vt:lpstr>Project analysis slide 3</vt:lpstr>
      <vt:lpstr>Project analysis slide 4</vt:lpstr>
      <vt:lpstr>PowerPoint Presentation</vt:lpstr>
      <vt:lpstr>Project analysis slide 8</vt:lpstr>
      <vt:lpstr>Project analysis slide 8</vt:lpstr>
      <vt:lpstr>Project analysis slide 10</vt:lpstr>
      <vt:lpstr>Project analysis slide 10</vt:lpstr>
      <vt:lpstr>Project analysis slide 10</vt:lpstr>
      <vt:lpstr>Project analysis slide 5</vt:lpstr>
      <vt:lpstr>Project analysis slide 7</vt:lpstr>
      <vt:lpstr>Project analysis slide 7</vt:lpstr>
      <vt:lpstr>Project analysis slide 7</vt:lpstr>
      <vt:lpstr>Project analysis slide 7</vt:lpstr>
      <vt:lpstr>Project analysis slide 7</vt:lpstr>
      <vt:lpstr>Project analysis slide 7</vt:lpstr>
      <vt:lpstr>Project analysis slide 7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darth kn</dc:creator>
  <cp:lastModifiedBy>darth kn</cp:lastModifiedBy>
  <cp:revision>1</cp:revision>
  <dcterms:created xsi:type="dcterms:W3CDTF">2026-06-06T18:30:06Z</dcterms:created>
  <dcterms:modified xsi:type="dcterms:W3CDTF">2026-06-09T02:40:33Z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